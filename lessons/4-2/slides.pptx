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2 ÷ 3 = 0.666... (repeating). The exact answer is 66.7% or 66⅔%.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Relate Fractions, Decimals, and Percents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6.RP.3c</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4  ·  Lesson 4-2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write equivalent fractions, decimals, and percents for the same value.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conversions using the words percent, decimal, equivalent, and benchmark.</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Arcade Builder Challenge</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You're designing the scoring system for a new arcade game. Players earn points as fractions of the total possible score. The leaderboard shows scores as percentages, but the game engine uses decimals. You need to convert between all three forms to build the display!</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are three different ways to write the same number?</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If a player scored 3/4 of the points, what percent is that?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some fractions easier to convert than others?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do you convert a fraction to a percent without a calculator?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Percent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Porcentaje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way to compare a number to 100, shown with the % sign.</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manera de comparar un número con 100, con el signo %.</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25% means 25 out of 100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Decimal</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Decimal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with a dot, like 0.5, that shows a part.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con un punto, como 0.5, que muestra una parte.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0.75 means seventy-five hundredths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Equivalent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Equivalente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Having the same value, just written a different way.</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Tener el mismo valor, escrito de otra forma.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0.5 = 50%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Benchmark</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Referencia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familiar number you use to guess, like 50% or 1/2.</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conocido que usas para estimar, como 50% o 1/2.</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Common benchmarks: 25%, 50%, 75%</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Discount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Descuento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Money taken off the first price to make it cheaper.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Dinero que se quita del precio original para que sea más barato.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$40 shirt at 25% off: discount = $10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can one value be written as a fraction, a decimal, AND a percent?</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change 1/5 into a decimal and a percent.</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is 1 ÷ 5? (0.2)</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multiply 0.2 × 100. What percent do we get? (20%)</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player scored 3/4 of the points. The leaderboard shows percents and the game engine uses decimals. What are three different ways to write the same score?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To turn a fraction into a percent, divide the top by the bottom to get a decimal, then multiply by 100.</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Complete the conversion table. Each row shows the same value in three forms.</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did you convert a fraction like 3/5 into a decimal and a percent in the table?</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Conversion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Convert 2/3 to a percent:  </a:t>
            </a:r>
            <a:pPr indent="0" marL="0">
              <a:buNone/>
            </a:pPr>
            <a:r>
              <a:rPr lang="en-US" sz="950" b="1" dirty="0">
                <a:solidFill>
                  <a:srgbClr val="24323F"/>
                </a:solidFill>
                <a:latin typeface="Courier New" pitchFamily="34" charset="0"/>
                <a:ea typeface="Courier New" pitchFamily="34" charset="-122"/>
                <a:cs typeface="Courier New" pitchFamily="34" charset="-120"/>
              </a:rPr>
              <a:t>2/3</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Divide numerator by denominator:  </a:t>
            </a:r>
            <a:pPr indent="0" marL="0">
              <a:buNone/>
            </a:pPr>
            <a:r>
              <a:rPr lang="en-US" sz="950" b="1" dirty="0">
                <a:solidFill>
                  <a:srgbClr val="24323F"/>
                </a:solidFill>
                <a:latin typeface="Courier New" pitchFamily="34" charset="0"/>
                <a:ea typeface="Courier New" pitchFamily="34" charset="-122"/>
                <a:cs typeface="Courier New" pitchFamily="34" charset="-120"/>
              </a:rPr>
              <a:t>2 ÷ 3 = 0.67</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Move decimal two places:  </a:t>
            </a:r>
            <a:pPr indent="0" marL="0">
              <a:buNone/>
            </a:pPr>
            <a:r>
              <a:rPr lang="en-US" sz="950" b="1" dirty="0">
                <a:solidFill>
                  <a:srgbClr val="24323F"/>
                </a:solidFill>
                <a:latin typeface="Courier New" pitchFamily="34" charset="0"/>
                <a:ea typeface="Courier New" pitchFamily="34" charset="-122"/>
                <a:cs typeface="Courier New" pitchFamily="34" charset="-120"/>
              </a:rPr>
              <a:t>0.67 → 67%</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Final answer:  </a:t>
            </a:r>
            <a:pPr indent="0" marL="0">
              <a:buNone/>
            </a:pPr>
            <a:r>
              <a:rPr lang="en-US" sz="950" b="1" dirty="0">
                <a:solidFill>
                  <a:srgbClr val="24323F"/>
                </a:solidFill>
                <a:latin typeface="Courier New" pitchFamily="34" charset="0"/>
                <a:ea typeface="Courier New" pitchFamily="34" charset="-122"/>
                <a:cs typeface="Courier New" pitchFamily="34" charset="-120"/>
              </a:rPr>
              <a:t>2/3 = 67%</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A player scored 3/4 of the points. I want this as a decimal and a percent.</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I divide: 3 ÷ 4 = 0.75. That is the decimal.</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multiply by 100: 0.75 × 100 = 75%.</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3/4 = 0.75 = 75%. All three name the same score.</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Percent and Decimal.</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"To turn a fraction into a percent, divide the top by the bottom to get a decimal, then multiply by 100."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Percent,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game shows your score as 7/8 complete. What percent is that?</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Convert 3/5 to a percent.</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Convert 7/20 to a percent.</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sale says 'Everything 3/5 off!' One friend says that is 35% off and another says 60% off. Who is right, and how do you know?</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"To turn a fraction into a percent, divide the top by the bottom to get a decimal, then multiply by 100."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Percent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Percent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shows 0.45 as a fraction and a percent?</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9/20 and 45%</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45/10 and 4.5%</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4/5 and 45%</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9/20 and 4.5%</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write equivalent fractions, decimals, and percents for the same value.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4-2: Relate Fractions, Decimals, and Percents</dc:title>
  <dc:subject>6.RP.3c</dc:subject>
  <dc:creator>Neft Teacher</dc:creator>
  <cp:lastModifiedBy>Neft Teacher</cp:lastModifiedBy>
  <cp:revision>1</cp:revision>
  <dcterms:created xsi:type="dcterms:W3CDTF">2026-06-08T12:10:58Z</dcterms:created>
  <dcterms:modified xsi:type="dcterms:W3CDTF">2026-06-08T12:10:58Z</dcterms:modified>
</cp:coreProperties>
</file>