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5(2x + 4) = 5 × 2x + 5 × 4 = 10x + 20. You must distribute the 5 to BOTH terms inside the parentheses, not just the first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7A5C8E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🎵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The Distributive Property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6  ·  Lesson 6-5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use the distributive property to expand and factor expressions.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steps using the words distributive property, factor, expand, and equivalent.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Ticket Pricing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You're selling concert bundles at the music studio. Each bundle includes a ticket ($15) and a snack ($5). If 3 people each buy a bundle, you can calculate the total as 3(15 + 5) OR as 3 × 15 + 3 × 5. Either way, the total is the same — $60! This is the distributive property.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Why do both methods give the same total?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does the 3 represent in 3(15 + 5)?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is 3(15 + 5) related to 3 × 15 + 3 × 5?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if 10 people bought bundles — which way would be faster to calculate?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Does this work with subtraction too, like 4(20 − 3)?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Distributive Property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Propiedad distributiva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Multiplying a number by everything inside the parentheses: a(b + c) = ab + ac.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Multiplicar un número por todo lo que está dentro del paréntesis: a(b + c) = ab + ac.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3(4 + 5) = 3×4 + 3×5 = 12 + 15 = 27 — the 3 gets 'distributed' to both the 4 and the 5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Factor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Factor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number that gets multiplied by another number.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 número que se multiplica por otro número.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3(x + 2), the 3 is the factor outside the parentheses that multiplies each term inside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Expand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Desarrollar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To multiply out the parentheses in an expression.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Multiplicar lo que está dentro del paréntesis en una expresión.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Expand 2(n + 6): multiply 2 × n = 2n and 2 × 6 = 12, so 2(n + 6) = 2n + 12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Equivalent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Equivalente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Expressions that always have the same value.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Expresiones que siempre tienen el mismo valor.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3(x + 4) and 3x + 12 always give the same answer: when x = 2, both = 18; when x = 10, both = 42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Coefficient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Coeficiente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number in front of a letter, like the 3 in 3x.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El número frente a una letra, como el 3 en 3x.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6x + 15, the coefficient of x is 6 — it came from distributing in 3(2x + 5)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Distributive Property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3(x + 4) = 3x + 12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3 is multiplied by each term inside.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3(x + 4) = 3x + 4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3 must also multiply the 4.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What is the distributive property?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Let's expand 2(8 + 3). Where does the 2 go?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We multiply the 2 by each term: 2 × 8 + 2 × 3.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That is 16 + 6 = 22. So 2(8 + 3) = 22.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Each bundle is a ticket ($15) and a snack ($5). For 3 people, why does 3(15 + 5) give the same $60 as 3 × 15 + 3 × 5?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number outside the parentheses gets "shared" with every term inside.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Expand each expression using the distributive property. Then simplify to find the value.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4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7A5C8E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7A5C8E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Group 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When you expand 5(2x + 4), why must the 5 multiply BOTH terms inside the parentheses?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Distributive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517904"/>
          </a:xfrm>
          <a:prstGeom prst="roundRect">
            <a:avLst>
              <a:gd name="adj" fmla="val 3012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Expression: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5(2x + 4)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Distribute: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× 2x + 4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Simplify: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10x + 4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Each bundle has a ticket ($15) and a snack ($5). For 3 bundles I can write 3(15 + 5).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Way 1: add inside first. 15 + 5 = 20, then 3 × 20 = 60.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Way 2: distribute the 3 to each part. 3 × 15 + 3 × 5.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That is 45 + 15 = 60.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4360" y="3145536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8408" y="3090672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Both ways give $60, so 3(15 + 5) = 3 × 15 + 3 × 5.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Distributive Property and Factor.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"The number outside the parentheses gets "shared" with every term inside."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Distributive Property,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Expand 6(n + 3) using the distributive property.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Expand 4(5 − 2) using the distributive property.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Expand 3(x + 4) using the distributive property.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For 8 practice rooms each needing a music stand ($12) and a stool ($9), the cost is 8(12 + 9). How do you use the distributive property to find the total, and which form is easier for you?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"The number outside the parentheses gets "shared" with every term inside."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Distributive Property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Distributive Property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expression is equivalent to 7(x + 3)?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7x + 21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7x + 3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x + 21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7x + 10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6-5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use the distributive property to expand and factor expressions.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6-5: The Distributive Property</dc:title>
  <dc:subject>6.EE.3</dc:subject>
  <dc:creator>Neft Teacher</dc:creator>
  <cp:lastModifiedBy>Neft Teacher</cp:lastModifiedBy>
  <cp:revision>1</cp:revision>
  <dcterms:created xsi:type="dcterms:W3CDTF">2026-06-08T12:33:42Z</dcterms:created>
  <dcterms:modified xsi:type="dcterms:W3CDTF">2026-06-08T12:33:42Z</dcterms:modified>
</cp:coreProperties>
</file>