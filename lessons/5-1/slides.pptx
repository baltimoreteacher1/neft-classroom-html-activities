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The height is 6 m, not the slant side of 8 m. A = 11 × 6 = 66 sq m. Always use the perpendicular height, not the slanted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4F7A5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📐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Area of Parallelograms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5  ·  Lesson 5-1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area of a parallelogram using base × height.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how I found the area using the words base, height, area, and formula.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Blueprint Review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architecture firm is designing a parallelogram-shaped patio for a client's backyard. The client needs to know how many square feet of pavers to order. The patio has a base of 14 feet and a height of 9 feet.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shape is the patio?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measurements are given?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a parallelogram different from a rectangle?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do we use the height instead of the slanted side to find the area?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Can you rearrange a parallelogram into a rectangle?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Parallelogram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Paralelogramo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four-sided shape with two pairs of parallel sides.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de cuatro lados con dos pares de lados paralelos.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Think of a leaning door — the top and bottom are parallel, and the two sides are parallel, like a slanted rectangle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side of the shape you use to find the area.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lado de la figura que usas para hallar el área.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If the bottom of a parallelogram is 10 cm, then b = 10 cm in the formula A = b × h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Height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Altura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straight-up distance from the base to the top.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distancia recta hacia arriba desde la base hasta la parte de arriba.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dashed vertical line from the top side straight down to the base, forming a 90° angle — NOT the slanted side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Area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Área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much space is inside a flat shape.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Cuánto espacio hay dentro de una figura plana.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3 cm × 4 cm rectangle covers 12 square centimeters — imagine 12 tiny 1×1 squares inside it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Composite figure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Figura compuesta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shape made by putting two or more simple shapes together.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formada al juntar dos o más figuras simples.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An L-shaped room = a 10×8 rectangle joined to a 4×5 rectangle; total area = 80 + 20 = 100 sq ft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Parallelogram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slanted four-sided shape with both pairs of sides parallel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Both pairs of opposite sides are parallel.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triangle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triangle has three sides, not two pairs of parallel sides.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find the area of a parallelogram?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a smaller parallelogram: base = 5 cm, height = 4 cm.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formula? A = base × height.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do we put in? A = 5 × 4.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035808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24128" y="2980944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5 × 4? Yes, 20, so the area is 20 square centimeters.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Look at the patio blueprint with a base of 14 feet and a height of 9 feet. Why do we use the height (9 ft) and not the slanted side to find the area?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Area of a parallelogram = base × height, where the height is the straight-up (perpendicular) distance, NOT the slanted side.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Plot the vertices of a parallelogram with base 14 and height 9. Place points at (0, 0), (14, 0), (16, 9), and (2, 9) to visualize the patio.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4F7A5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4F7A5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 the grid you cut a triangle off one end of the parallelogram and slid it to the other side. What shape did you make, and why does that prove the area is base x height?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Area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Identify base and height: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11 m, slant side = 8 m, h = 6 m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the formula: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b × h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Substitute values: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11 × 8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Calculate: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88 sq m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have a parallelogram with a base of 14 feet and a height of 9 feet.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write the formula: A = base × height.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put in the numbers: A = 14 × 9.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multiply: 14 × 9 = 126.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area is 126 square feet. I used the height of 9, not the slanted side.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Parallelogram and Base.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"Area of a parallelogram = base × height, where the height is the straight-up (perpendicular) distance, NOT the slanted side."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Parallelogram,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area of a parallelogram with base 10 cm and height 7 cm?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parallelogram has an area of 54 sq ft and a base of 9 ft. What is the height?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area of a parallelogram with base 9 cm and height 5 cm?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landscape architect tiles an 18 ft by 10 ft parallelogram courtyard and each tile covers 2 sq ft. Talk through how you find the number of tiles.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"Area of a parallelogram = base × height, where the height is the straight-up (perpendicular) distance, NOT the slanted side."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Parallelogram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Parallelogram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parallelogram has a base of 13 inches and a height of 5 inches. What is its area?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65 sq in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36 sq in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18 sq in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65 in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area of a parallelogram using base × height.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5-1: Area of Parallelograms</dc:title>
  <dc:subject>6.G.1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