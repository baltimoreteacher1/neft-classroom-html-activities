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82" r:id="rId5"/>
    <p:sldMasterId id="2147483694" r:id="rId6"/>
  </p:sldMasterIdLst>
  <p:notesMasterIdLst>
    <p:notesMasterId r:id="rId71"/>
  </p:notesMasterIdLst>
  <p:handoutMasterIdLst>
    <p:handoutMasterId r:id="rId72"/>
  </p:handoutMasterIdLst>
  <p:sldIdLst>
    <p:sldId id="481" r:id="rId81"/>
    <p:sldId id="482" r:id="rId82"/>
    <p:sldId id="483" r:id="rId83"/>
    <p:sldId id="346" r:id="rId7"/>
    <p:sldId id="326" r:id="rId8"/>
    <p:sldId id="484" r:id="rId84"/>
    <p:sldId id="488" r:id="rId88"/>
    <p:sldId id="485" r:id="rId85"/>
    <p:sldId id="454" r:id="rId11"/>
    <p:sldId id="330" r:id="rId12"/>
    <p:sldId id="457" r:id="rId18"/>
    <p:sldId id="475" r:id="rId20"/>
    <p:sldId id="492" r:id="rId92"/>
    <p:sldId id="458" r:id="rId22"/>
    <p:sldId id="459" r:id="rId24"/>
    <p:sldId id="493" r:id="rId93"/>
    <p:sldId id="426" r:id="rId25"/>
    <p:sldId id="474" r:id="rId30"/>
    <p:sldId id="428" r:id="rId34"/>
    <p:sldId id="480" r:id="rId36"/>
    <p:sldId id="465" r:id="rId40"/>
    <p:sldId id="374" r:id="rId42"/>
    <p:sldId id="494" r:id="rId94"/>
    <p:sldId id="489" r:id="rId89"/>
    <p:sldId id="486" r:id="rId86"/>
    <p:sldId id="495" r:id="rId95"/>
    <p:sldId id="487" r:id="rId87"/>
    <p:sldId id="329" r:id="rId43"/>
    <p:sldId id="466" r:id="rId45"/>
    <p:sldId id="467" r:id="rId47"/>
    <p:sldId id="469" r:id="rId51"/>
    <p:sldId id="478" r:id="rId53"/>
    <p:sldId id="437" r:id="rId56"/>
    <p:sldId id="479" r:id="rId59"/>
    <p:sldId id="472" r:id="rId61"/>
    <p:sldId id="496" r:id="rId96"/>
    <p:sldId id="439" r:id="rId62"/>
    <p:sldId id="448" r:id="rId63"/>
    <p:sldId id="451" r:id="rId64"/>
    <p:sldId id="452" r:id="rId65"/>
    <p:sldId id="388" r:id="rId67"/>
    <p:sldId id="490" r:id="rId90"/>
    <p:sldId id="356" r:id="rId68"/>
    <p:sldId id="497" r:id="rId97"/>
    <p:sldId id="358" r:id="rId69"/>
    <p:sldId id="360" r:id="rId70"/>
    <p:sldId id="491" r:id="rId91"/>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ssion 1" id="{7C5483C3-4ED8-3C44-A16B-377738F7500E}">
          <p14:sldIdLst>
            <p14:sldId id="346"/>
            <p14:sldId id="326"/>
            <p14:sldId id="331"/>
            <p14:sldId id="333"/>
            <p14:sldId id="454"/>
            <p14:sldId id="330"/>
            <p14:sldId id="421"/>
            <p14:sldId id="455"/>
            <p14:sldId id="422"/>
            <p14:sldId id="456"/>
            <p14:sldId id="423"/>
            <p14:sldId id="457"/>
            <p14:sldId id="424"/>
            <p14:sldId id="475"/>
            <p14:sldId id="440"/>
            <p14:sldId id="458"/>
            <p14:sldId id="425"/>
            <p14:sldId id="459"/>
            <p14:sldId id="426"/>
            <p14:sldId id="441"/>
            <p14:sldId id="442"/>
            <p14:sldId id="443"/>
            <p14:sldId id="473"/>
            <p14:sldId id="474"/>
            <p14:sldId id="427"/>
            <p14:sldId id="476"/>
            <p14:sldId id="477"/>
            <p14:sldId id="428"/>
            <p14:sldId id="429"/>
            <p14:sldId id="480"/>
            <p14:sldId id="430"/>
            <p14:sldId id="464"/>
            <p14:sldId id="431"/>
            <p14:sldId id="465"/>
            <p14:sldId id="432"/>
            <p14:sldId id="374"/>
          </p14:sldIdLst>
        </p14:section>
        <p14:section name="Session 2" id="{78177A17-BF90-E64E-B653-463937330CAB}">
          <p14:sldIdLst>
            <p14:sldId id="329"/>
            <p14:sldId id="339"/>
            <p14:sldId id="466"/>
            <p14:sldId id="342"/>
            <p14:sldId id="467"/>
            <p14:sldId id="433"/>
            <p14:sldId id="468"/>
            <p14:sldId id="434"/>
            <p14:sldId id="469"/>
            <p14:sldId id="435"/>
            <p14:sldId id="478"/>
            <p14:sldId id="436"/>
            <p14:sldId id="471"/>
            <p14:sldId id="437"/>
            <p14:sldId id="481"/>
            <p14:sldId id="445"/>
            <p14:sldId id="479"/>
            <p14:sldId id="419"/>
            <p14:sldId id="472"/>
            <p14:sldId id="439"/>
            <p14:sldId id="448"/>
            <p14:sldId id="451"/>
            <p14:sldId id="452"/>
            <p14:sldId id="376"/>
            <p14:sldId id="388"/>
            <p14:sldId id="356"/>
            <p14:sldId id="358"/>
            <p14:sldId id="360"/>
          </p14:sldIdLst>
        </p14:section>
      </p14:sectionLst>
    </p:ext>
    <p:ext uri="{EFAFB233-063F-42B5-8137-9DF3F51BA10A}">
      <p15:sldGuideLst xmlns:p15="http://schemas.microsoft.com/office/powerpoint/2012/main">
        <p15:guide id="1" pos="1512" userDrawn="1">
          <p15:clr>
            <a:srgbClr val="A4A3A4"/>
          </p15:clr>
        </p15:guide>
        <p15:guide id="2" orient="horz" pos="3024" userDrawn="1">
          <p15:clr>
            <a:srgbClr val="A4A3A4"/>
          </p15:clr>
        </p15:guide>
        <p15:guide id="3" orient="horz" pos="384" userDrawn="1">
          <p15:clr>
            <a:srgbClr val="A4A3A4"/>
          </p15:clr>
        </p15:guide>
        <p15:guide id="4" orient="horz" pos="2520" userDrawn="1">
          <p15:clr>
            <a:srgbClr val="A4A3A4"/>
          </p15:clr>
        </p15:guide>
        <p15:guide id="5" orient="horz" pos="1080" userDrawn="1">
          <p15:clr>
            <a:srgbClr val="A4A3A4"/>
          </p15:clr>
        </p15:guide>
        <p15:guide id="6" orient="horz" pos="1680" userDrawn="1">
          <p15:clr>
            <a:srgbClr val="A4A3A4"/>
          </p15:clr>
        </p15:guide>
        <p15:guide id="7" orient="horz" pos="3432" userDrawn="1">
          <p15:clr>
            <a:srgbClr val="A4A3A4"/>
          </p15:clr>
        </p15:guide>
        <p15:guide id="8" orient="horz" pos="3120" userDrawn="1">
          <p15:clr>
            <a:srgbClr val="A4A3A4"/>
          </p15:clr>
        </p15:guide>
        <p15:guide id="9" pos="48" userDrawn="1">
          <p15:clr>
            <a:srgbClr val="A4A3A4"/>
          </p15:clr>
        </p15:guide>
        <p15:guide id="10" pos="384" userDrawn="1">
          <p15:clr>
            <a:srgbClr val="A4A3A4"/>
          </p15:clr>
        </p15:guide>
        <p15:guide id="11" pos="6480" userDrawn="1">
          <p15:clr>
            <a:srgbClr val="A4A3A4"/>
          </p15:clr>
        </p15:guide>
        <p15:guide id="12" pos="2597" userDrawn="1">
          <p15:clr>
            <a:srgbClr val="A4A3A4"/>
          </p15:clr>
        </p15:guide>
        <p15:guide id="13" pos="288" userDrawn="1">
          <p15:clr>
            <a:srgbClr val="A4A3A4"/>
          </p15:clr>
        </p15:guide>
        <p15:guide id="14" orient="horz" pos="2160" userDrawn="1">
          <p15:clr>
            <a:srgbClr val="A4A3A4"/>
          </p15:clr>
        </p15:guide>
        <p15:guide id="15" orient="horz" pos="216" userDrawn="1">
          <p15:clr>
            <a:srgbClr val="A4A3A4"/>
          </p15:clr>
        </p15:guide>
        <p15:guide id="16" orient="horz" pos="936" userDrawn="1">
          <p15:clr>
            <a:srgbClr val="A4A3A4"/>
          </p15:clr>
        </p15:guide>
        <p15:guide id="17" pos="4368" userDrawn="1">
          <p15:clr>
            <a:srgbClr val="A4A3A4"/>
          </p15:clr>
        </p15:guide>
        <p15:guide id="18" pos="7296" userDrawn="1">
          <p15:clr>
            <a:srgbClr val="A4A3A4"/>
          </p15:clr>
        </p15:guide>
        <p15:guide id="19" pos="3288" userDrawn="1">
          <p15:clr>
            <a:srgbClr val="A4A3A4"/>
          </p15:clr>
        </p15:guide>
        <p15:guide id="20" pos="5904" userDrawn="1">
          <p15:clr>
            <a:srgbClr val="A4A3A4"/>
          </p15:clr>
        </p15:guide>
        <p15:guide id="21" pos="55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B674224-778E-D0E9-766E-AF7E079B79DB}" name="Mach, Steven" initials="MS" userId="S::steven.mach@mheducation.com::d4e9c069-5fdf-4252-ab39-d75aceaa2ae1" providerId="AD"/>
  <p188:author id="{560B32AA-EC0E-E568-8A98-74E2563834DC}" name="Herrel, Brian" initials="HB" userId="S::brian.herrel@mheducation.com::88b938c8-9e82-40e1-8563-4045ae5ecb0e" providerId="AD"/>
  <p188:author id="{A7EDFFBC-8219-27F9-8C5B-D74E5E27E1F6}" name="Weiser, Laura" initials="WL" userId="S::laura.weiser@mheducation.com::9ed76596-42bb-464d-ae09-37cb24a678ff" providerId="AD"/>
  <p188:author id="{C433D3EE-49F3-8E60-D8D6-87ED04619419}" name="Nourse-Driscoll, Kailen" initials="NK" userId="S::kailen.nourse@mheducation.com::677d6fbd-8591-465c-8492-75451441fbb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quel User" initials="SU"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2DA0"/>
    <a:srgbClr val="695B9A"/>
    <a:srgbClr val="975B69"/>
    <a:srgbClr val="01708C"/>
    <a:srgbClr val="A01A74"/>
    <a:srgbClr val="33175A"/>
    <a:srgbClr val="FFB600"/>
    <a:srgbClr val="692146"/>
    <a:srgbClr val="720F11"/>
    <a:srgbClr val="9F22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D24F9B-2905-4B0B-9A15-2621B18354DB}" v="4" dt="2023-02-23T08:49:07.104"/>
    <p1510:client id="{A6F63642-73D7-4DCE-ACB5-E2A601156782}" v="303" dt="2023-02-13T14:24:55.417"/>
    <p1510:client id="{E17E6957-6AED-7E7D-B317-DC7B0460CD2B}" v="29" dt="2023-02-15T16:20:50.8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autoAdjust="0"/>
    <p:restoredTop sz="94830" autoAdjust="0"/>
  </p:normalViewPr>
  <p:slideViewPr>
    <p:cSldViewPr snapToGrid="0">
      <p:cViewPr varScale="1">
        <p:scale>
          <a:sx n="101" d="100"/>
          <a:sy n="101" d="100"/>
        </p:scale>
        <p:origin x="72" y="216"/>
      </p:cViewPr>
      <p:guideLst>
        <p:guide pos="1512"/>
        <p:guide orient="horz" pos="3024"/>
        <p:guide orient="horz" pos="384"/>
        <p:guide orient="horz" pos="2520"/>
        <p:guide orient="horz" pos="1080"/>
        <p:guide orient="horz" pos="1680"/>
        <p:guide orient="horz" pos="3432"/>
        <p:guide orient="horz" pos="3120"/>
        <p:guide pos="48"/>
        <p:guide pos="384"/>
        <p:guide pos="6480"/>
        <p:guide pos="2597"/>
        <p:guide pos="288"/>
        <p:guide orient="horz" pos="2160"/>
        <p:guide orient="horz" pos="216"/>
        <p:guide orient="horz" pos="936"/>
        <p:guide pos="4368"/>
        <p:guide pos="7296"/>
        <p:guide pos="3288"/>
        <p:guide pos="5904"/>
        <p:guide pos="5568"/>
      </p:guideLst>
    </p:cSldViewPr>
  </p:slideViewPr>
  <p:outlineViewPr>
    <p:cViewPr>
      <p:scale>
        <a:sx n="33" d="100"/>
        <a:sy n="33" d="100"/>
      </p:scale>
      <p:origin x="0" y="-14411"/>
    </p:cViewPr>
  </p:outlineViewPr>
  <p:notesTextViewPr>
    <p:cViewPr>
      <p:scale>
        <a:sx n="3" d="2"/>
        <a:sy n="3" d="2"/>
      </p:scale>
      <p:origin x="0" y="0"/>
    </p:cViewPr>
  </p:notesTextViewPr>
  <p:sorterViewPr>
    <p:cViewPr>
      <p:scale>
        <a:sx n="125" d="100"/>
        <a:sy n="125" d="100"/>
      </p:scale>
      <p:origin x="0" y="-23658"/>
    </p:cViewPr>
  </p:sorterViewPr>
  <p:notesViewPr>
    <p:cSldViewPr snapToGrid="0">
      <p:cViewPr varScale="1">
        <p:scale>
          <a:sx n="86" d="100"/>
          <a:sy n="86" d="100"/>
        </p:scale>
        <p:origin x="3822"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handoutMaster" Target="handoutMasters/handoutMaster1.xml"/><Relationship Id="rId80"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commentAuthors" Target="commentAuthors.xml"/><Relationship Id="rId78"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theme" Target="theme/theme1.xml"/><Relationship Id="rId7" Type="http://schemas.openxmlformats.org/officeDocument/2006/relationships/slide" Target="slides/slide1.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3.xml"/><Relationship Id="rId81" Type="http://schemas.openxmlformats.org/officeDocument/2006/relationships/slide" Target="slides/slide65.xml"/><Relationship Id="rId82" Type="http://schemas.openxmlformats.org/officeDocument/2006/relationships/slide" Target="slides/slide66.xml"/><Relationship Id="rId83" Type="http://schemas.openxmlformats.org/officeDocument/2006/relationships/slide" Target="slides/slide67.xml"/><Relationship Id="rId84" Type="http://schemas.openxmlformats.org/officeDocument/2006/relationships/slide" Target="slides/slide68.xml"/><Relationship Id="rId85" Type="http://schemas.openxmlformats.org/officeDocument/2006/relationships/slide" Target="slides/slide69.xml"/><Relationship Id="rId86" Type="http://schemas.openxmlformats.org/officeDocument/2006/relationships/slide" Target="slides/slide70.xml"/><Relationship Id="rId87" Type="http://schemas.openxmlformats.org/officeDocument/2006/relationships/slide" Target="slides/slide71.xml"/>  <Relationship Id="rId88" Type="http://schemas.openxmlformats.org/officeDocument/2006/relationships/slide" Target="slides/slide72.xml"/>
  <Relationship Id="rId89" Type="http://schemas.openxmlformats.org/officeDocument/2006/relationships/slide" Target="slides/slide73.xml"/>
  <Relationship Id="rId90" Type="http://schemas.openxmlformats.org/officeDocument/2006/relationships/slide" Target="slides/slide74.xml"/>
  <Relationship Id="rId91" Type="http://schemas.openxmlformats.org/officeDocument/2006/relationships/slide" Target="slides/slide75.xml"/>
<Relationship Id="rId92" Type="http://schemas.openxmlformats.org/officeDocument/2006/relationships/slide" Target="slides/slide76.xml"/><Relationship Id="rId93" Type="http://schemas.openxmlformats.org/officeDocument/2006/relationships/slide" Target="slides/slide77.xml"/><Relationship Id="rId94" Type="http://schemas.openxmlformats.org/officeDocument/2006/relationships/slide" Target="slides/slide78.xml"/><Relationship Id="rId95" Type="http://schemas.openxmlformats.org/officeDocument/2006/relationships/slide" Target="slides/slide79.xml"/><Relationship Id="rId96" Type="http://schemas.openxmlformats.org/officeDocument/2006/relationships/slide" Target="slides/slide80.xml"/><Relationship Id="rId97" Type="http://schemas.openxmlformats.org/officeDocument/2006/relationships/slide" Target="slides/slide8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urse-Driscoll, Kailen" userId="S::kailen.nourse@mheducation.com::677d6fbd-8591-465c-8492-75451441fbb7" providerId="AD" clId="Web-{21348B43-0F71-0552-FA4B-384BF6930082}"/>
    <pc:docChg chg="mod">
      <pc:chgData name="Nourse-Driscoll, Kailen" userId="S::kailen.nourse@mheducation.com::677d6fbd-8591-465c-8492-75451441fbb7" providerId="AD" clId="Web-{21348B43-0F71-0552-FA4B-384BF6930082}" dt="2023-01-04T13:00:13.994" v="4"/>
      <pc:docMkLst>
        <pc:docMk/>
      </pc:docMkLst>
      <pc:sldChg chg="addCm modCm">
        <pc:chgData name="Nourse-Driscoll, Kailen" userId="S::kailen.nourse@mheducation.com::677d6fbd-8591-465c-8492-75451441fbb7" providerId="AD" clId="Web-{21348B43-0F71-0552-FA4B-384BF6930082}" dt="2023-01-04T13:00:13.994" v="4"/>
        <pc:sldMkLst>
          <pc:docMk/>
          <pc:sldMk cId="1645297793" sldId="333"/>
        </pc:sldMkLst>
      </pc:sldChg>
    </pc:docChg>
  </pc:docChgLst>
  <pc:docChgLst>
    <pc:chgData name="Mach, Steven" userId="S::steven.mach@mheducation.com::d4e9c069-5fdf-4252-ab39-d75aceaa2ae1" providerId="AD" clId="Web-{D5532C6F-7D2E-DBB1-AF2C-AB9AF4408773}"/>
    <pc:docChg chg="mod">
      <pc:chgData name="Mach, Steven" userId="S::steven.mach@mheducation.com::d4e9c069-5fdf-4252-ab39-d75aceaa2ae1" providerId="AD" clId="Web-{D5532C6F-7D2E-DBB1-AF2C-AB9AF4408773}" dt="2023-01-26T20:44:29.854" v="1"/>
      <pc:docMkLst>
        <pc:docMk/>
      </pc:docMkLst>
      <pc:sldChg chg="addCm">
        <pc:chgData name="Mach, Steven" userId="S::steven.mach@mheducation.com::d4e9c069-5fdf-4252-ab39-d75aceaa2ae1" providerId="AD" clId="Web-{D5532C6F-7D2E-DBB1-AF2C-AB9AF4408773}" dt="2023-01-26T20:44:29.854" v="1"/>
        <pc:sldMkLst>
          <pc:docMk/>
          <pc:sldMk cId="3958173513" sldId="461"/>
        </pc:sldMkLst>
      </pc:sldChg>
    </pc:docChg>
  </pc:docChgLst>
  <pc:docChgLst>
    <pc:chgData name="Kartheek D" userId="S::kartheek.d_straive.com#ext#@mheducation.onmicrosoft.com::be778e93-6b8e-4ed5-bdb6-f3d350d6aa64" providerId="AD" clId="Web-{30D24F9B-2905-4B0B-9A15-2621B18354DB}"/>
    <pc:docChg chg="">
      <pc:chgData name="Kartheek D" userId="S::kartheek.d_straive.com#ext#@mheducation.onmicrosoft.com::be778e93-6b8e-4ed5-bdb6-f3d350d6aa64" providerId="AD" clId="Web-{30D24F9B-2905-4B0B-9A15-2621B18354DB}" dt="2023-02-23T08:49:07.104" v="3"/>
      <pc:docMkLst>
        <pc:docMk/>
      </pc:docMkLst>
      <pc:sldChg chg="delCm">
        <pc:chgData name="Kartheek D" userId="S::kartheek.d_straive.com#ext#@mheducation.onmicrosoft.com::be778e93-6b8e-4ed5-bdb6-f3d350d6aa64" providerId="AD" clId="Web-{30D24F9B-2905-4B0B-9A15-2621B18354DB}" dt="2023-02-23T08:48:54.932" v="0"/>
        <pc:sldMkLst>
          <pc:docMk/>
          <pc:sldMk cId="798257535" sldId="330"/>
        </pc:sldMkLst>
        <pc:extLst>
          <p:ext xmlns:p="http://schemas.openxmlformats.org/presentationml/2006/main" uri="{D6D511B9-2390-475A-947B-AFAB55BFBCF1}">
            <pc226:cmChg xmlns:pc226="http://schemas.microsoft.com/office/powerpoint/2022/06/main/command" chg="del">
              <pc226:chgData name="Kartheek D" userId="S::kartheek.d_straive.com#ext#@mheducation.onmicrosoft.com::be778e93-6b8e-4ed5-bdb6-f3d350d6aa64" providerId="AD" clId="Web-{30D24F9B-2905-4B0B-9A15-2621B18354DB}" dt="2023-02-23T08:48:54.932" v="0"/>
              <pc2:cmMkLst xmlns:pc2="http://schemas.microsoft.com/office/powerpoint/2019/9/main/command">
                <pc:docMk/>
                <pc:sldMk cId="798257535" sldId="330"/>
                <pc2:cmMk id="{2F477297-30D6-414B-A3F4-BA629D430783}"/>
              </pc2:cmMkLst>
            </pc226:cmChg>
          </p:ext>
        </pc:extLst>
      </pc:sldChg>
      <pc:sldChg chg="delCm">
        <pc:chgData name="Kartheek D" userId="S::kartheek.d_straive.com#ext#@mheducation.onmicrosoft.com::be778e93-6b8e-4ed5-bdb6-f3d350d6aa64" providerId="AD" clId="Web-{30D24F9B-2905-4B0B-9A15-2621B18354DB}" dt="2023-02-23T08:49:03.198" v="2"/>
        <pc:sldMkLst>
          <pc:docMk/>
          <pc:sldMk cId="2020339455" sldId="342"/>
        </pc:sldMkLst>
        <pc:extLst>
          <p:ext xmlns:p="http://schemas.openxmlformats.org/presentationml/2006/main" uri="{D6D511B9-2390-475A-947B-AFAB55BFBCF1}">
            <pc226:cmChg xmlns:pc226="http://schemas.microsoft.com/office/powerpoint/2022/06/main/command" chg="del">
              <pc226:chgData name="Kartheek D" userId="S::kartheek.d_straive.com#ext#@mheducation.onmicrosoft.com::be778e93-6b8e-4ed5-bdb6-f3d350d6aa64" providerId="AD" clId="Web-{30D24F9B-2905-4B0B-9A15-2621B18354DB}" dt="2023-02-23T08:49:03.198" v="2"/>
              <pc2:cmMkLst xmlns:pc2="http://schemas.microsoft.com/office/powerpoint/2019/9/main/command">
                <pc:docMk/>
                <pc:sldMk cId="2020339455" sldId="342"/>
                <pc2:cmMk id="{0C4D5345-AE91-4A54-B16E-19637D4A0267}"/>
              </pc2:cmMkLst>
            </pc226:cmChg>
          </p:ext>
        </pc:extLst>
      </pc:sldChg>
      <pc:sldChg chg="delCm">
        <pc:chgData name="Kartheek D" userId="S::kartheek.d_straive.com#ext#@mheducation.onmicrosoft.com::be778e93-6b8e-4ed5-bdb6-f3d350d6aa64" providerId="AD" clId="Web-{30D24F9B-2905-4B0B-9A15-2621B18354DB}" dt="2023-02-23T08:49:07.104" v="3"/>
        <pc:sldMkLst>
          <pc:docMk/>
          <pc:sldMk cId="2181503539" sldId="356"/>
        </pc:sldMkLst>
        <pc:extLst>
          <p:ext xmlns:p="http://schemas.openxmlformats.org/presentationml/2006/main" uri="{D6D511B9-2390-475A-947B-AFAB55BFBCF1}">
            <pc226:cmChg xmlns:pc226="http://schemas.microsoft.com/office/powerpoint/2022/06/main/command" chg="del">
              <pc226:chgData name="Kartheek D" userId="S::kartheek.d_straive.com#ext#@mheducation.onmicrosoft.com::be778e93-6b8e-4ed5-bdb6-f3d350d6aa64" providerId="AD" clId="Web-{30D24F9B-2905-4B0B-9A15-2621B18354DB}" dt="2023-02-23T08:49:07.104" v="3"/>
              <pc2:cmMkLst xmlns:pc2="http://schemas.microsoft.com/office/powerpoint/2019/9/main/command">
                <pc:docMk/>
                <pc:sldMk cId="2181503539" sldId="356"/>
                <pc2:cmMk id="{908AD53B-1AF2-47FA-B222-5C431F6EAA97}"/>
              </pc2:cmMkLst>
            </pc226:cmChg>
          </p:ext>
        </pc:extLst>
      </pc:sldChg>
      <pc:sldChg chg="delCm">
        <pc:chgData name="Kartheek D" userId="S::kartheek.d_straive.com#ext#@mheducation.onmicrosoft.com::be778e93-6b8e-4ed5-bdb6-f3d350d6aa64" providerId="AD" clId="Web-{30D24F9B-2905-4B0B-9A15-2621B18354DB}" dt="2023-02-23T08:48:59.479" v="1"/>
        <pc:sldMkLst>
          <pc:docMk/>
          <pc:sldMk cId="832398026" sldId="427"/>
        </pc:sldMkLst>
        <pc:extLst>
          <p:ext xmlns:p="http://schemas.openxmlformats.org/presentationml/2006/main" uri="{D6D511B9-2390-475A-947B-AFAB55BFBCF1}">
            <pc226:cmChg xmlns:pc226="http://schemas.microsoft.com/office/powerpoint/2022/06/main/command" chg="del">
              <pc226:chgData name="Kartheek D" userId="S::kartheek.d_straive.com#ext#@mheducation.onmicrosoft.com::be778e93-6b8e-4ed5-bdb6-f3d350d6aa64" providerId="AD" clId="Web-{30D24F9B-2905-4B0B-9A15-2621B18354DB}" dt="2023-02-23T08:48:59.479" v="1"/>
              <pc2:cmMkLst xmlns:pc2="http://schemas.microsoft.com/office/powerpoint/2019/9/main/command">
                <pc:docMk/>
                <pc:sldMk cId="832398026" sldId="427"/>
                <pc2:cmMk id="{B7F66066-FC12-4ACE-84FD-92C6FB7C72DB}"/>
              </pc2:cmMkLst>
            </pc226:cmChg>
          </p:ext>
        </pc:extLst>
      </pc:sldChg>
    </pc:docChg>
  </pc:docChgLst>
  <pc:docChgLst>
    <pc:chgData name="Rodriguez, Victoria" userId="a3e1fbe8-6608-4119-8403-a8a7a42887c1" providerId="ADAL" clId="{DBD2E08E-5C03-4597-BCA3-3BEE0F4802D5}"/>
    <pc:docChg chg="modSld">
      <pc:chgData name="Rodriguez, Victoria" userId="a3e1fbe8-6608-4119-8403-a8a7a42887c1" providerId="ADAL" clId="{DBD2E08E-5C03-4597-BCA3-3BEE0F4802D5}" dt="2023-01-09T21:15:47.901" v="4" actId="20577"/>
      <pc:docMkLst>
        <pc:docMk/>
      </pc:docMkLst>
      <pc:sldChg chg="modSp">
        <pc:chgData name="Rodriguez, Victoria" userId="a3e1fbe8-6608-4119-8403-a8a7a42887c1" providerId="ADAL" clId="{DBD2E08E-5C03-4597-BCA3-3BEE0F4802D5}" dt="2023-01-09T21:15:47.901" v="4" actId="20577"/>
        <pc:sldMkLst>
          <pc:docMk/>
          <pc:sldMk cId="148462075" sldId="331"/>
        </pc:sldMkLst>
        <pc:spChg chg="mod">
          <ac:chgData name="Rodriguez, Victoria" userId="a3e1fbe8-6608-4119-8403-a8a7a42887c1" providerId="ADAL" clId="{DBD2E08E-5C03-4597-BCA3-3BEE0F4802D5}" dt="2023-01-09T21:15:47.901" v="4" actId="20577"/>
          <ac:spMkLst>
            <pc:docMk/>
            <pc:sldMk cId="148462075" sldId="331"/>
            <ac:spMk id="9" creationId="{00000000-0000-0000-0000-000000000000}"/>
          </ac:spMkLst>
        </pc:spChg>
      </pc:sldChg>
    </pc:docChg>
  </pc:docChgLst>
  <pc:docChgLst>
    <pc:chgData name="Herrel, Brian" userId="88b938c8-9e82-40e1-8563-4045ae5ecb0e" providerId="ADAL" clId="{E835DEBB-4E7A-416E-80DF-90DBB9E23B15}"/>
    <pc:docChg chg="undo custSel addSld delSld modSld modSection">
      <pc:chgData name="Herrel, Brian" userId="88b938c8-9e82-40e1-8563-4045ae5ecb0e" providerId="ADAL" clId="{E835DEBB-4E7A-416E-80DF-90DBB9E23B15}" dt="2023-01-25T21:45:53.062" v="213" actId="47"/>
      <pc:docMkLst>
        <pc:docMk/>
      </pc:docMkLst>
      <pc:sldChg chg="modSp addCm modCm">
        <pc:chgData name="Herrel, Brian" userId="88b938c8-9e82-40e1-8563-4045ae5ecb0e" providerId="ADAL" clId="{E835DEBB-4E7A-416E-80DF-90DBB9E23B15}" dt="2023-01-25T21:04:20.731" v="7"/>
        <pc:sldMkLst>
          <pc:docMk/>
          <pc:sldMk cId="3716011425" sldId="326"/>
        </pc:sldMkLst>
        <pc:graphicFrameChg chg="mod">
          <ac:chgData name="Herrel, Brian" userId="88b938c8-9e82-40e1-8563-4045ae5ecb0e" providerId="ADAL" clId="{E835DEBB-4E7A-416E-80DF-90DBB9E23B15}" dt="2023-01-25T21:04:20.731" v="7"/>
          <ac:graphicFrameMkLst>
            <pc:docMk/>
            <pc:sldMk cId="3716011425" sldId="326"/>
            <ac:graphicFrameMk id="3" creationId="{00000000-0000-0000-0000-000000000000}"/>
          </ac:graphicFrameMkLst>
        </pc:graphicFrameChg>
      </pc:sldChg>
      <pc:sldChg chg="modSp mod">
        <pc:chgData name="Herrel, Brian" userId="88b938c8-9e82-40e1-8563-4045ae5ecb0e" providerId="ADAL" clId="{E835DEBB-4E7A-416E-80DF-90DBB9E23B15}" dt="2023-01-25T21:03:43.546" v="5" actId="14100"/>
        <pc:sldMkLst>
          <pc:docMk/>
          <pc:sldMk cId="752550782" sldId="329"/>
        </pc:sldMkLst>
        <pc:spChg chg="mod">
          <ac:chgData name="Herrel, Brian" userId="88b938c8-9e82-40e1-8563-4045ae5ecb0e" providerId="ADAL" clId="{E835DEBB-4E7A-416E-80DF-90DBB9E23B15}" dt="2023-01-25T21:03:43.546" v="5" actId="14100"/>
          <ac:spMkLst>
            <pc:docMk/>
            <pc:sldMk cId="752550782" sldId="329"/>
            <ac:spMk id="2" creationId="{C7B29969-56BF-6D41-A9E2-22306CDCAC18}"/>
          </ac:spMkLst>
        </pc:spChg>
      </pc:sldChg>
      <pc:sldChg chg="addSp delSp mod">
        <pc:chgData name="Herrel, Brian" userId="88b938c8-9e82-40e1-8563-4045ae5ecb0e" providerId="ADAL" clId="{E835DEBB-4E7A-416E-80DF-90DBB9E23B15}" dt="2023-01-25T21:21:10.931" v="31" actId="478"/>
        <pc:sldMkLst>
          <pc:docMk/>
          <pc:sldMk cId="1645297793" sldId="333"/>
        </pc:sldMkLst>
        <pc:spChg chg="del">
          <ac:chgData name="Herrel, Brian" userId="88b938c8-9e82-40e1-8563-4045ae5ecb0e" providerId="ADAL" clId="{E835DEBB-4E7A-416E-80DF-90DBB9E23B15}" dt="2023-01-25T21:21:10.931" v="31" actId="478"/>
          <ac:spMkLst>
            <pc:docMk/>
            <pc:sldMk cId="1645297793" sldId="333"/>
            <ac:spMk id="16" creationId="{28CF9263-71A8-0A46-BDD3-4DBAF9703EFD}"/>
          </ac:spMkLst>
        </pc:spChg>
        <pc:picChg chg="add del">
          <ac:chgData name="Herrel, Brian" userId="88b938c8-9e82-40e1-8563-4045ae5ecb0e" providerId="ADAL" clId="{E835DEBB-4E7A-416E-80DF-90DBB9E23B15}" dt="2023-01-25T21:19:16.160" v="9" actId="22"/>
          <ac:picMkLst>
            <pc:docMk/>
            <pc:sldMk cId="1645297793" sldId="333"/>
            <ac:picMk id="4" creationId="{29350588-5D5B-532B-EC5C-3765718E0108}"/>
          </ac:picMkLst>
        </pc:picChg>
      </pc:sldChg>
      <pc:sldChg chg="delSp mod">
        <pc:chgData name="Herrel, Brian" userId="88b938c8-9e82-40e1-8563-4045ae5ecb0e" providerId="ADAL" clId="{E835DEBB-4E7A-416E-80DF-90DBB9E23B15}" dt="2023-01-25T21:31:50.313" v="76" actId="478"/>
        <pc:sldMkLst>
          <pc:docMk/>
          <pc:sldMk cId="1304381041" sldId="339"/>
        </pc:sldMkLst>
        <pc:spChg chg="del">
          <ac:chgData name="Herrel, Brian" userId="88b938c8-9e82-40e1-8563-4045ae5ecb0e" providerId="ADAL" clId="{E835DEBB-4E7A-416E-80DF-90DBB9E23B15}" dt="2023-01-25T21:31:50.313" v="76" actId="478"/>
          <ac:spMkLst>
            <pc:docMk/>
            <pc:sldMk cId="1304381041" sldId="339"/>
            <ac:spMk id="16" creationId="{28CF9263-71A8-0A46-BDD3-4DBAF9703EFD}"/>
          </ac:spMkLst>
        </pc:spChg>
      </pc:sldChg>
      <pc:sldChg chg="delSp mod">
        <pc:chgData name="Herrel, Brian" userId="88b938c8-9e82-40e1-8563-4045ae5ecb0e" providerId="ADAL" clId="{E835DEBB-4E7A-416E-80DF-90DBB9E23B15}" dt="2023-01-25T21:31:52.904" v="77" actId="478"/>
        <pc:sldMkLst>
          <pc:docMk/>
          <pc:sldMk cId="2020339455" sldId="342"/>
        </pc:sldMkLst>
        <pc:spChg chg="del">
          <ac:chgData name="Herrel, Brian" userId="88b938c8-9e82-40e1-8563-4045ae5ecb0e" providerId="ADAL" clId="{E835DEBB-4E7A-416E-80DF-90DBB9E23B15}" dt="2023-01-25T21:31:52.904" v="77" actId="478"/>
          <ac:spMkLst>
            <pc:docMk/>
            <pc:sldMk cId="2020339455" sldId="342"/>
            <ac:spMk id="5" creationId="{00000000-0000-0000-0000-000000000000}"/>
          </ac:spMkLst>
        </pc:spChg>
      </pc:sldChg>
      <pc:sldChg chg="modSp mod addCm">
        <pc:chgData name="Herrel, Brian" userId="88b938c8-9e82-40e1-8563-4045ae5ecb0e" providerId="ADAL" clId="{E835DEBB-4E7A-416E-80DF-90DBB9E23B15}" dt="2023-01-25T21:03:23.217" v="2"/>
        <pc:sldMkLst>
          <pc:docMk/>
          <pc:sldMk cId="4186062049" sldId="346"/>
        </pc:sldMkLst>
        <pc:spChg chg="mod">
          <ac:chgData name="Herrel, Brian" userId="88b938c8-9e82-40e1-8563-4045ae5ecb0e" providerId="ADAL" clId="{E835DEBB-4E7A-416E-80DF-90DBB9E23B15}" dt="2023-01-25T21:03:23.217" v="2"/>
          <ac:spMkLst>
            <pc:docMk/>
            <pc:sldMk cId="4186062049" sldId="346"/>
            <ac:spMk id="2" creationId="{C7B29969-56BF-6D41-A9E2-22306CDCAC18}"/>
          </ac:spMkLst>
        </pc:spChg>
      </pc:sldChg>
      <pc:sldChg chg="addSp modSp mod">
        <pc:chgData name="Herrel, Brian" userId="88b938c8-9e82-40e1-8563-4045ae5ecb0e" providerId="ADAL" clId="{E835DEBB-4E7A-416E-80DF-90DBB9E23B15}" dt="2023-01-25T21:45:46.919" v="212"/>
        <pc:sldMkLst>
          <pc:docMk/>
          <pc:sldMk cId="2680870235" sldId="358"/>
        </pc:sldMkLst>
        <pc:spChg chg="add mod">
          <ac:chgData name="Herrel, Brian" userId="88b938c8-9e82-40e1-8563-4045ae5ecb0e" providerId="ADAL" clId="{E835DEBB-4E7A-416E-80DF-90DBB9E23B15}" dt="2023-01-25T21:45:30.749" v="211" actId="20577"/>
          <ac:spMkLst>
            <pc:docMk/>
            <pc:sldMk cId="2680870235" sldId="358"/>
            <ac:spMk id="2" creationId="{5F7BADE3-D9CA-01B4-A82D-F0EB0CA0F20E}"/>
          </ac:spMkLst>
        </pc:spChg>
        <pc:graphicFrameChg chg="mod">
          <ac:chgData name="Herrel, Brian" userId="88b938c8-9e82-40e1-8563-4045ae5ecb0e" providerId="ADAL" clId="{E835DEBB-4E7A-416E-80DF-90DBB9E23B15}" dt="2023-01-25T21:45:46.919" v="212"/>
          <ac:graphicFrameMkLst>
            <pc:docMk/>
            <pc:sldMk cId="2680870235" sldId="358"/>
            <ac:graphicFrameMk id="7" creationId="{AF3D079C-3E4F-EC3A-3823-CA12382819B9}"/>
          </ac:graphicFrameMkLst>
        </pc:graphicFrameChg>
        <pc:picChg chg="mod">
          <ac:chgData name="Herrel, Brian" userId="88b938c8-9e82-40e1-8563-4045ae5ecb0e" providerId="ADAL" clId="{E835DEBB-4E7A-416E-80DF-90DBB9E23B15}" dt="2023-01-25T21:45:01.872" v="197" actId="14100"/>
          <ac:picMkLst>
            <pc:docMk/>
            <pc:sldMk cId="2680870235" sldId="358"/>
            <ac:picMk id="6" creationId="{85506779-CF13-2CF8-4ABC-F67EFFEB152D}"/>
          </ac:picMkLst>
        </pc:picChg>
      </pc:sldChg>
      <pc:sldChg chg="modSp mod">
        <pc:chgData name="Herrel, Brian" userId="88b938c8-9e82-40e1-8563-4045ae5ecb0e" providerId="ADAL" clId="{E835DEBB-4E7A-416E-80DF-90DBB9E23B15}" dt="2023-01-25T21:44:04.971" v="192" actId="11"/>
        <pc:sldMkLst>
          <pc:docMk/>
          <pc:sldMk cId="3364480705" sldId="388"/>
        </pc:sldMkLst>
        <pc:spChg chg="mod">
          <ac:chgData name="Herrel, Brian" userId="88b938c8-9e82-40e1-8563-4045ae5ecb0e" providerId="ADAL" clId="{E835DEBB-4E7A-416E-80DF-90DBB9E23B15}" dt="2023-01-25T21:44:04.971" v="192" actId="11"/>
          <ac:spMkLst>
            <pc:docMk/>
            <pc:sldMk cId="3364480705" sldId="388"/>
            <ac:spMk id="20" creationId="{D7D5C8EC-F1EF-6146-850F-128719B25F22}"/>
          </ac:spMkLst>
        </pc:spChg>
      </pc:sldChg>
      <pc:sldChg chg="modSp mod">
        <pc:chgData name="Herrel, Brian" userId="88b938c8-9e82-40e1-8563-4045ae5ecb0e" providerId="ADAL" clId="{E835DEBB-4E7A-416E-80DF-90DBB9E23B15}" dt="2023-01-25T21:44:15.896" v="194" actId="14100"/>
        <pc:sldMkLst>
          <pc:docMk/>
          <pc:sldMk cId="3698844173" sldId="389"/>
        </pc:sldMkLst>
        <pc:spChg chg="mod">
          <ac:chgData name="Herrel, Brian" userId="88b938c8-9e82-40e1-8563-4045ae5ecb0e" providerId="ADAL" clId="{E835DEBB-4E7A-416E-80DF-90DBB9E23B15}" dt="2023-01-25T21:44:15.896" v="194" actId="14100"/>
          <ac:spMkLst>
            <pc:docMk/>
            <pc:sldMk cId="3698844173" sldId="389"/>
            <ac:spMk id="20" creationId="{D7D5C8EC-F1EF-6146-850F-128719B25F22}"/>
          </ac:spMkLst>
        </pc:spChg>
      </pc:sldChg>
      <pc:sldChg chg="delSp mod">
        <pc:chgData name="Herrel, Brian" userId="88b938c8-9e82-40e1-8563-4045ae5ecb0e" providerId="ADAL" clId="{E835DEBB-4E7A-416E-80DF-90DBB9E23B15}" dt="2023-01-25T21:37:43.928" v="108" actId="478"/>
        <pc:sldMkLst>
          <pc:docMk/>
          <pc:sldMk cId="1745348130" sldId="419"/>
        </pc:sldMkLst>
        <pc:spChg chg="del">
          <ac:chgData name="Herrel, Brian" userId="88b938c8-9e82-40e1-8563-4045ae5ecb0e" providerId="ADAL" clId="{E835DEBB-4E7A-416E-80DF-90DBB9E23B15}" dt="2023-01-25T21:37:43.928" v="108" actId="478"/>
          <ac:spMkLst>
            <pc:docMk/>
            <pc:sldMk cId="1745348130" sldId="419"/>
            <ac:spMk id="6" creationId="{28CF9263-71A8-0A46-BDD3-4DBAF9703EFD}"/>
          </ac:spMkLst>
        </pc:spChg>
      </pc:sldChg>
      <pc:sldChg chg="delSp mod">
        <pc:chgData name="Herrel, Brian" userId="88b938c8-9e82-40e1-8563-4045ae5ecb0e" providerId="ADAL" clId="{E835DEBB-4E7A-416E-80DF-90DBB9E23B15}" dt="2023-01-25T21:21:16.856" v="32" actId="478"/>
        <pc:sldMkLst>
          <pc:docMk/>
          <pc:sldMk cId="2508475333" sldId="421"/>
        </pc:sldMkLst>
        <pc:spChg chg="del">
          <ac:chgData name="Herrel, Brian" userId="88b938c8-9e82-40e1-8563-4045ae5ecb0e" providerId="ADAL" clId="{E835DEBB-4E7A-416E-80DF-90DBB9E23B15}" dt="2023-01-25T21:21:16.856" v="32" actId="478"/>
          <ac:spMkLst>
            <pc:docMk/>
            <pc:sldMk cId="2508475333" sldId="421"/>
            <ac:spMk id="3" creationId="{00000000-0000-0000-0000-000000000000}"/>
          </ac:spMkLst>
        </pc:spChg>
      </pc:sldChg>
      <pc:sldChg chg="delSp mod">
        <pc:chgData name="Herrel, Brian" userId="88b938c8-9e82-40e1-8563-4045ae5ecb0e" providerId="ADAL" clId="{E835DEBB-4E7A-416E-80DF-90DBB9E23B15}" dt="2023-01-25T21:21:20.736" v="33" actId="478"/>
        <pc:sldMkLst>
          <pc:docMk/>
          <pc:sldMk cId="3016854979" sldId="422"/>
        </pc:sldMkLst>
        <pc:spChg chg="del">
          <ac:chgData name="Herrel, Brian" userId="88b938c8-9e82-40e1-8563-4045ae5ecb0e" providerId="ADAL" clId="{E835DEBB-4E7A-416E-80DF-90DBB9E23B15}" dt="2023-01-25T21:21:20.736" v="33" actId="478"/>
          <ac:spMkLst>
            <pc:docMk/>
            <pc:sldMk cId="3016854979" sldId="422"/>
            <ac:spMk id="3" creationId="{00000000-0000-0000-0000-000000000000}"/>
          </ac:spMkLst>
        </pc:spChg>
      </pc:sldChg>
      <pc:sldChg chg="delSp mod">
        <pc:chgData name="Herrel, Brian" userId="88b938c8-9e82-40e1-8563-4045ae5ecb0e" providerId="ADAL" clId="{E835DEBB-4E7A-416E-80DF-90DBB9E23B15}" dt="2023-01-25T21:21:25.731" v="34" actId="478"/>
        <pc:sldMkLst>
          <pc:docMk/>
          <pc:sldMk cId="517156393" sldId="423"/>
        </pc:sldMkLst>
        <pc:spChg chg="del">
          <ac:chgData name="Herrel, Brian" userId="88b938c8-9e82-40e1-8563-4045ae5ecb0e" providerId="ADAL" clId="{E835DEBB-4E7A-416E-80DF-90DBB9E23B15}" dt="2023-01-25T21:21:25.731" v="34" actId="478"/>
          <ac:spMkLst>
            <pc:docMk/>
            <pc:sldMk cId="517156393" sldId="423"/>
            <ac:spMk id="3" creationId="{00000000-0000-0000-0000-000000000000}"/>
          </ac:spMkLst>
        </pc:spChg>
      </pc:sldChg>
      <pc:sldChg chg="modSp mod">
        <pc:chgData name="Herrel, Brian" userId="88b938c8-9e82-40e1-8563-4045ae5ecb0e" providerId="ADAL" clId="{E835DEBB-4E7A-416E-80DF-90DBB9E23B15}" dt="2023-01-25T21:21:38.470" v="35" actId="14100"/>
        <pc:sldMkLst>
          <pc:docMk/>
          <pc:sldMk cId="3549759377" sldId="424"/>
        </pc:sldMkLst>
        <pc:spChg chg="mod">
          <ac:chgData name="Herrel, Brian" userId="88b938c8-9e82-40e1-8563-4045ae5ecb0e" providerId="ADAL" clId="{E835DEBB-4E7A-416E-80DF-90DBB9E23B15}" dt="2023-01-25T21:21:38.470" v="35" actId="14100"/>
          <ac:spMkLst>
            <pc:docMk/>
            <pc:sldMk cId="3549759377" sldId="424"/>
            <ac:spMk id="3" creationId="{00000000-0000-0000-0000-000000000000}"/>
          </ac:spMkLst>
        </pc:spChg>
      </pc:sldChg>
      <pc:sldChg chg="delSp mod">
        <pc:chgData name="Herrel, Brian" userId="88b938c8-9e82-40e1-8563-4045ae5ecb0e" providerId="ADAL" clId="{E835DEBB-4E7A-416E-80DF-90DBB9E23B15}" dt="2023-01-25T21:21:52.065" v="37" actId="478"/>
        <pc:sldMkLst>
          <pc:docMk/>
          <pc:sldMk cId="3076021467" sldId="425"/>
        </pc:sldMkLst>
        <pc:spChg chg="del">
          <ac:chgData name="Herrel, Brian" userId="88b938c8-9e82-40e1-8563-4045ae5ecb0e" providerId="ADAL" clId="{E835DEBB-4E7A-416E-80DF-90DBB9E23B15}" dt="2023-01-25T21:21:52.065" v="37" actId="478"/>
          <ac:spMkLst>
            <pc:docMk/>
            <pc:sldMk cId="3076021467" sldId="425"/>
            <ac:spMk id="3" creationId="{00000000-0000-0000-0000-000000000000}"/>
          </ac:spMkLst>
        </pc:spChg>
      </pc:sldChg>
      <pc:sldChg chg="modSp mod addCm modCm">
        <pc:chgData name="Herrel, Brian" userId="88b938c8-9e82-40e1-8563-4045ae5ecb0e" providerId="ADAL" clId="{E835DEBB-4E7A-416E-80DF-90DBB9E23B15}" dt="2023-01-25T21:26:31.829" v="49"/>
        <pc:sldMkLst>
          <pc:docMk/>
          <pc:sldMk cId="478210898" sldId="426"/>
        </pc:sldMkLst>
        <pc:spChg chg="mod">
          <ac:chgData name="Herrel, Brian" userId="88b938c8-9e82-40e1-8563-4045ae5ecb0e" providerId="ADAL" clId="{E835DEBB-4E7A-416E-80DF-90DBB9E23B15}" dt="2023-01-25T21:23:52.423" v="40" actId="122"/>
          <ac:spMkLst>
            <pc:docMk/>
            <pc:sldMk cId="478210898" sldId="426"/>
            <ac:spMk id="10" creationId="{D7D5C8EC-F1EF-6146-850F-128719B25F22}"/>
          </ac:spMkLst>
        </pc:spChg>
      </pc:sldChg>
      <pc:sldChg chg="delSp mod">
        <pc:chgData name="Herrel, Brian" userId="88b938c8-9e82-40e1-8563-4045ae5ecb0e" providerId="ADAL" clId="{E835DEBB-4E7A-416E-80DF-90DBB9E23B15}" dt="2023-01-25T21:29:00.761" v="68" actId="478"/>
        <pc:sldMkLst>
          <pc:docMk/>
          <pc:sldMk cId="832398026" sldId="427"/>
        </pc:sldMkLst>
        <pc:spChg chg="del">
          <ac:chgData name="Herrel, Brian" userId="88b938c8-9e82-40e1-8563-4045ae5ecb0e" providerId="ADAL" clId="{E835DEBB-4E7A-416E-80DF-90DBB9E23B15}" dt="2023-01-25T21:28:54.865" v="65" actId="478"/>
          <ac:spMkLst>
            <pc:docMk/>
            <pc:sldMk cId="832398026" sldId="427"/>
            <ac:spMk id="3" creationId="{00000000-0000-0000-0000-000000000000}"/>
          </ac:spMkLst>
        </pc:spChg>
        <pc:spChg chg="del">
          <ac:chgData name="Herrel, Brian" userId="88b938c8-9e82-40e1-8563-4045ae5ecb0e" providerId="ADAL" clId="{E835DEBB-4E7A-416E-80DF-90DBB9E23B15}" dt="2023-01-25T21:29:00.761" v="68" actId="478"/>
          <ac:spMkLst>
            <pc:docMk/>
            <pc:sldMk cId="832398026" sldId="427"/>
            <ac:spMk id="4" creationId="{00000000-0000-0000-0000-000000000000}"/>
          </ac:spMkLst>
        </pc:spChg>
        <pc:spChg chg="del">
          <ac:chgData name="Herrel, Brian" userId="88b938c8-9e82-40e1-8563-4045ae5ecb0e" providerId="ADAL" clId="{E835DEBB-4E7A-416E-80DF-90DBB9E23B15}" dt="2023-01-25T21:28:59.009" v="67" actId="478"/>
          <ac:spMkLst>
            <pc:docMk/>
            <pc:sldMk cId="832398026" sldId="427"/>
            <ac:spMk id="5" creationId="{00000000-0000-0000-0000-000000000000}"/>
          </ac:spMkLst>
        </pc:spChg>
        <pc:picChg chg="del">
          <ac:chgData name="Herrel, Brian" userId="88b938c8-9e82-40e1-8563-4045ae5ecb0e" providerId="ADAL" clId="{E835DEBB-4E7A-416E-80DF-90DBB9E23B15}" dt="2023-01-25T21:28:57.121" v="66" actId="478"/>
          <ac:picMkLst>
            <pc:docMk/>
            <pc:sldMk cId="832398026" sldId="427"/>
            <ac:picMk id="11" creationId="{7D5613F4-FB4C-1F45-AAFB-1545734B22E9}"/>
          </ac:picMkLst>
        </pc:picChg>
      </pc:sldChg>
      <pc:sldChg chg="delSp mod">
        <pc:chgData name="Herrel, Brian" userId="88b938c8-9e82-40e1-8563-4045ae5ecb0e" providerId="ADAL" clId="{E835DEBB-4E7A-416E-80DF-90DBB9E23B15}" dt="2023-01-25T21:30:08.688" v="69" actId="478"/>
        <pc:sldMkLst>
          <pc:docMk/>
          <pc:sldMk cId="3371033434" sldId="428"/>
        </pc:sldMkLst>
        <pc:spChg chg="del">
          <ac:chgData name="Herrel, Brian" userId="88b938c8-9e82-40e1-8563-4045ae5ecb0e" providerId="ADAL" clId="{E835DEBB-4E7A-416E-80DF-90DBB9E23B15}" dt="2023-01-25T21:30:08.688" v="69" actId="478"/>
          <ac:spMkLst>
            <pc:docMk/>
            <pc:sldMk cId="3371033434" sldId="428"/>
            <ac:spMk id="3" creationId="{00000000-0000-0000-0000-000000000000}"/>
          </ac:spMkLst>
        </pc:spChg>
      </pc:sldChg>
      <pc:sldChg chg="delSp mod">
        <pc:chgData name="Herrel, Brian" userId="88b938c8-9e82-40e1-8563-4045ae5ecb0e" providerId="ADAL" clId="{E835DEBB-4E7A-416E-80DF-90DBB9E23B15}" dt="2023-01-25T21:30:19.795" v="70" actId="478"/>
        <pc:sldMkLst>
          <pc:docMk/>
          <pc:sldMk cId="1970821344" sldId="429"/>
        </pc:sldMkLst>
        <pc:spChg chg="del">
          <ac:chgData name="Herrel, Brian" userId="88b938c8-9e82-40e1-8563-4045ae5ecb0e" providerId="ADAL" clId="{E835DEBB-4E7A-416E-80DF-90DBB9E23B15}" dt="2023-01-25T21:30:19.795" v="70" actId="478"/>
          <ac:spMkLst>
            <pc:docMk/>
            <pc:sldMk cId="1970821344" sldId="429"/>
            <ac:spMk id="3" creationId="{00000000-0000-0000-0000-000000000000}"/>
          </ac:spMkLst>
        </pc:spChg>
      </pc:sldChg>
      <pc:sldChg chg="delSp modSp mod">
        <pc:chgData name="Herrel, Brian" userId="88b938c8-9e82-40e1-8563-4045ae5ecb0e" providerId="ADAL" clId="{E835DEBB-4E7A-416E-80DF-90DBB9E23B15}" dt="2023-01-25T21:30:42.466" v="72" actId="20577"/>
        <pc:sldMkLst>
          <pc:docMk/>
          <pc:sldMk cId="3694990575" sldId="430"/>
        </pc:sldMkLst>
        <pc:spChg chg="del">
          <ac:chgData name="Herrel, Brian" userId="88b938c8-9e82-40e1-8563-4045ae5ecb0e" providerId="ADAL" clId="{E835DEBB-4E7A-416E-80DF-90DBB9E23B15}" dt="2023-01-25T21:30:34.123" v="71" actId="478"/>
          <ac:spMkLst>
            <pc:docMk/>
            <pc:sldMk cId="3694990575" sldId="430"/>
            <ac:spMk id="3" creationId="{00000000-0000-0000-0000-000000000000}"/>
          </ac:spMkLst>
        </pc:spChg>
        <pc:spChg chg="mod">
          <ac:chgData name="Herrel, Brian" userId="88b938c8-9e82-40e1-8563-4045ae5ecb0e" providerId="ADAL" clId="{E835DEBB-4E7A-416E-80DF-90DBB9E23B15}" dt="2023-01-25T21:30:42.466" v="72" actId="20577"/>
          <ac:spMkLst>
            <pc:docMk/>
            <pc:sldMk cId="3694990575" sldId="430"/>
            <ac:spMk id="8" creationId="{00000000-0000-0000-0000-000000000000}"/>
          </ac:spMkLst>
        </pc:spChg>
      </pc:sldChg>
      <pc:sldChg chg="addSp delSp mod">
        <pc:chgData name="Herrel, Brian" userId="88b938c8-9e82-40e1-8563-4045ae5ecb0e" providerId="ADAL" clId="{E835DEBB-4E7A-416E-80DF-90DBB9E23B15}" dt="2023-01-25T21:31:08.080" v="75" actId="478"/>
        <pc:sldMkLst>
          <pc:docMk/>
          <pc:sldMk cId="3730609706" sldId="431"/>
        </pc:sldMkLst>
        <pc:spChg chg="del">
          <ac:chgData name="Herrel, Brian" userId="88b938c8-9e82-40e1-8563-4045ae5ecb0e" providerId="ADAL" clId="{E835DEBB-4E7A-416E-80DF-90DBB9E23B15}" dt="2023-01-25T21:31:08.080" v="75" actId="478"/>
          <ac:spMkLst>
            <pc:docMk/>
            <pc:sldMk cId="3730609706" sldId="431"/>
            <ac:spMk id="3" creationId="{00000000-0000-0000-0000-000000000000}"/>
          </ac:spMkLst>
        </pc:spChg>
        <pc:picChg chg="add del">
          <ac:chgData name="Herrel, Brian" userId="88b938c8-9e82-40e1-8563-4045ae5ecb0e" providerId="ADAL" clId="{E835DEBB-4E7A-416E-80DF-90DBB9E23B15}" dt="2023-01-25T21:31:05.749" v="74" actId="478"/>
          <ac:picMkLst>
            <pc:docMk/>
            <pc:sldMk cId="3730609706" sldId="431"/>
            <ac:picMk id="12" creationId="{00000000-0000-0000-0000-000000000000}"/>
          </ac:picMkLst>
        </pc:picChg>
      </pc:sldChg>
      <pc:sldChg chg="delSp mod">
        <pc:chgData name="Herrel, Brian" userId="88b938c8-9e82-40e1-8563-4045ae5ecb0e" providerId="ADAL" clId="{E835DEBB-4E7A-416E-80DF-90DBB9E23B15}" dt="2023-01-25T21:31:59.793" v="78" actId="478"/>
        <pc:sldMkLst>
          <pc:docMk/>
          <pc:sldMk cId="943661824" sldId="433"/>
        </pc:sldMkLst>
        <pc:spChg chg="del">
          <ac:chgData name="Herrel, Brian" userId="88b938c8-9e82-40e1-8563-4045ae5ecb0e" providerId="ADAL" clId="{E835DEBB-4E7A-416E-80DF-90DBB9E23B15}" dt="2023-01-25T21:31:59.793" v="78" actId="478"/>
          <ac:spMkLst>
            <pc:docMk/>
            <pc:sldMk cId="943661824" sldId="433"/>
            <ac:spMk id="5" creationId="{00000000-0000-0000-0000-000000000000}"/>
          </ac:spMkLst>
        </pc:spChg>
      </pc:sldChg>
      <pc:sldChg chg="delSp mod">
        <pc:chgData name="Herrel, Brian" userId="88b938c8-9e82-40e1-8563-4045ae5ecb0e" providerId="ADAL" clId="{E835DEBB-4E7A-416E-80DF-90DBB9E23B15}" dt="2023-01-25T21:32:09.025" v="79" actId="478"/>
        <pc:sldMkLst>
          <pc:docMk/>
          <pc:sldMk cId="3411126723" sldId="434"/>
        </pc:sldMkLst>
        <pc:spChg chg="del">
          <ac:chgData name="Herrel, Brian" userId="88b938c8-9e82-40e1-8563-4045ae5ecb0e" providerId="ADAL" clId="{E835DEBB-4E7A-416E-80DF-90DBB9E23B15}" dt="2023-01-25T21:32:09.025" v="79" actId="478"/>
          <ac:spMkLst>
            <pc:docMk/>
            <pc:sldMk cId="3411126723" sldId="434"/>
            <ac:spMk id="5" creationId="{00000000-0000-0000-0000-000000000000}"/>
          </ac:spMkLst>
        </pc:spChg>
      </pc:sldChg>
      <pc:sldChg chg="delSp mod">
        <pc:chgData name="Herrel, Brian" userId="88b938c8-9e82-40e1-8563-4045ae5ecb0e" providerId="ADAL" clId="{E835DEBB-4E7A-416E-80DF-90DBB9E23B15}" dt="2023-01-25T21:32:46.912" v="82" actId="478"/>
        <pc:sldMkLst>
          <pc:docMk/>
          <pc:sldMk cId="107312606" sldId="436"/>
        </pc:sldMkLst>
        <pc:spChg chg="del">
          <ac:chgData name="Herrel, Brian" userId="88b938c8-9e82-40e1-8563-4045ae5ecb0e" providerId="ADAL" clId="{E835DEBB-4E7A-416E-80DF-90DBB9E23B15}" dt="2023-01-25T21:32:46.912" v="82" actId="478"/>
          <ac:spMkLst>
            <pc:docMk/>
            <pc:sldMk cId="107312606" sldId="436"/>
            <ac:spMk id="5" creationId="{00000000-0000-0000-0000-000000000000}"/>
          </ac:spMkLst>
        </pc:spChg>
      </pc:sldChg>
      <pc:sldChg chg="addSp modSp mod">
        <pc:chgData name="Herrel, Brian" userId="88b938c8-9e82-40e1-8563-4045ae5ecb0e" providerId="ADAL" clId="{E835DEBB-4E7A-416E-80DF-90DBB9E23B15}" dt="2023-01-25T21:34:39.198" v="97" actId="14100"/>
        <pc:sldMkLst>
          <pc:docMk/>
          <pc:sldMk cId="3442449962" sldId="437"/>
        </pc:sldMkLst>
        <pc:spChg chg="mod">
          <ac:chgData name="Herrel, Brian" userId="88b938c8-9e82-40e1-8563-4045ae5ecb0e" providerId="ADAL" clId="{E835DEBB-4E7A-416E-80DF-90DBB9E23B15}" dt="2023-01-25T21:33:39.617" v="87" actId="20577"/>
          <ac:spMkLst>
            <pc:docMk/>
            <pc:sldMk cId="3442449962" sldId="437"/>
            <ac:spMk id="2" creationId="{00000000-0000-0000-0000-000000000000}"/>
          </ac:spMkLst>
        </pc:spChg>
        <pc:spChg chg="add mod">
          <ac:chgData name="Herrel, Brian" userId="88b938c8-9e82-40e1-8563-4045ae5ecb0e" providerId="ADAL" clId="{E835DEBB-4E7A-416E-80DF-90DBB9E23B15}" dt="2023-01-25T21:34:39.198" v="97" actId="14100"/>
          <ac:spMkLst>
            <pc:docMk/>
            <pc:sldMk cId="3442449962" sldId="437"/>
            <ac:spMk id="4" creationId="{8654BE1A-EA2B-642B-2B4B-A6A7326F022D}"/>
          </ac:spMkLst>
        </pc:spChg>
        <pc:picChg chg="mod">
          <ac:chgData name="Herrel, Brian" userId="88b938c8-9e82-40e1-8563-4045ae5ecb0e" providerId="ADAL" clId="{E835DEBB-4E7A-416E-80DF-90DBB9E23B15}" dt="2023-01-25T21:34:01.857" v="94" actId="14100"/>
          <ac:picMkLst>
            <pc:docMk/>
            <pc:sldMk cId="3442449962" sldId="437"/>
            <ac:picMk id="11266" creationId="{00000000-0000-0000-0000-000000000000}"/>
          </ac:picMkLst>
        </pc:picChg>
      </pc:sldChg>
      <pc:sldChg chg="modSp mod">
        <pc:chgData name="Herrel, Brian" userId="88b938c8-9e82-40e1-8563-4045ae5ecb0e" providerId="ADAL" clId="{E835DEBB-4E7A-416E-80DF-90DBB9E23B15}" dt="2023-01-25T21:40:01.632" v="110" actId="6549"/>
        <pc:sldMkLst>
          <pc:docMk/>
          <pc:sldMk cId="2542689563" sldId="439"/>
        </pc:sldMkLst>
        <pc:spChg chg="mod">
          <ac:chgData name="Herrel, Brian" userId="88b938c8-9e82-40e1-8563-4045ae5ecb0e" providerId="ADAL" clId="{E835DEBB-4E7A-416E-80DF-90DBB9E23B15}" dt="2023-01-25T21:40:01.632" v="110" actId="6549"/>
          <ac:spMkLst>
            <pc:docMk/>
            <pc:sldMk cId="2542689563" sldId="439"/>
            <ac:spMk id="2" creationId="{00000000-0000-0000-0000-000000000000}"/>
          </ac:spMkLst>
        </pc:spChg>
      </pc:sldChg>
      <pc:sldChg chg="delSp mod">
        <pc:chgData name="Herrel, Brian" userId="88b938c8-9e82-40e1-8563-4045ae5ecb0e" providerId="ADAL" clId="{E835DEBB-4E7A-416E-80DF-90DBB9E23B15}" dt="2023-01-25T21:21:44.627" v="36" actId="478"/>
        <pc:sldMkLst>
          <pc:docMk/>
          <pc:sldMk cId="1957127520" sldId="440"/>
        </pc:sldMkLst>
        <pc:spChg chg="del">
          <ac:chgData name="Herrel, Brian" userId="88b938c8-9e82-40e1-8563-4045ae5ecb0e" providerId="ADAL" clId="{E835DEBB-4E7A-416E-80DF-90DBB9E23B15}" dt="2023-01-25T21:21:44.627" v="36" actId="478"/>
          <ac:spMkLst>
            <pc:docMk/>
            <pc:sldMk cId="1957127520" sldId="440"/>
            <ac:spMk id="3" creationId="{00000000-0000-0000-0000-000000000000}"/>
          </ac:spMkLst>
        </pc:spChg>
      </pc:sldChg>
      <pc:sldChg chg="addCm">
        <pc:chgData name="Herrel, Brian" userId="88b938c8-9e82-40e1-8563-4045ae5ecb0e" providerId="ADAL" clId="{E835DEBB-4E7A-416E-80DF-90DBB9E23B15}" dt="2023-01-25T21:22:39.003" v="39"/>
        <pc:sldMkLst>
          <pc:docMk/>
          <pc:sldMk cId="1202346426" sldId="441"/>
        </pc:sldMkLst>
      </pc:sldChg>
      <pc:sldChg chg="addCm modCm">
        <pc:chgData name="Herrel, Brian" userId="88b938c8-9e82-40e1-8563-4045ae5ecb0e" providerId="ADAL" clId="{E835DEBB-4E7A-416E-80DF-90DBB9E23B15}" dt="2023-01-25T21:39:14.859" v="109"/>
        <pc:sldMkLst>
          <pc:docMk/>
          <pc:sldMk cId="3951753450" sldId="445"/>
        </pc:sldMkLst>
      </pc:sldChg>
      <pc:sldChg chg="addSp modSp mod">
        <pc:chgData name="Herrel, Brian" userId="88b938c8-9e82-40e1-8563-4045ae5ecb0e" providerId="ADAL" clId="{E835DEBB-4E7A-416E-80DF-90DBB9E23B15}" dt="2023-01-25T21:36:43.997" v="106" actId="14100"/>
        <pc:sldMkLst>
          <pc:docMk/>
          <pc:sldMk cId="2214292278" sldId="446"/>
        </pc:sldMkLst>
        <pc:spChg chg="add mod">
          <ac:chgData name="Herrel, Brian" userId="88b938c8-9e82-40e1-8563-4045ae5ecb0e" providerId="ADAL" clId="{E835DEBB-4E7A-416E-80DF-90DBB9E23B15}" dt="2023-01-25T21:36:43.997" v="106" actId="14100"/>
          <ac:spMkLst>
            <pc:docMk/>
            <pc:sldMk cId="2214292278" sldId="446"/>
            <ac:spMk id="3" creationId="{C89F6840-6F3D-7218-6AFA-95E0287CEF60}"/>
          </ac:spMkLst>
        </pc:spChg>
        <pc:picChg chg="mod">
          <ac:chgData name="Herrel, Brian" userId="88b938c8-9e82-40e1-8563-4045ae5ecb0e" providerId="ADAL" clId="{E835DEBB-4E7A-416E-80DF-90DBB9E23B15}" dt="2023-01-25T21:36:33.622" v="101" actId="1076"/>
          <ac:picMkLst>
            <pc:docMk/>
            <pc:sldMk cId="2214292278" sldId="446"/>
            <ac:picMk id="11266" creationId="{00000000-0000-0000-0000-000000000000}"/>
          </ac:picMkLst>
        </pc:picChg>
      </pc:sldChg>
      <pc:sldChg chg="modSp mod">
        <pc:chgData name="Herrel, Brian" userId="88b938c8-9e82-40e1-8563-4045ae5ecb0e" providerId="ADAL" clId="{E835DEBB-4E7A-416E-80DF-90DBB9E23B15}" dt="2023-01-25T21:40:11.217" v="114" actId="6549"/>
        <pc:sldMkLst>
          <pc:docMk/>
          <pc:sldMk cId="1500358202" sldId="448"/>
        </pc:sldMkLst>
        <pc:spChg chg="mod">
          <ac:chgData name="Herrel, Brian" userId="88b938c8-9e82-40e1-8563-4045ae5ecb0e" providerId="ADAL" clId="{E835DEBB-4E7A-416E-80DF-90DBB9E23B15}" dt="2023-01-25T21:40:11.217" v="114" actId="6549"/>
          <ac:spMkLst>
            <pc:docMk/>
            <pc:sldMk cId="1500358202" sldId="448"/>
            <ac:spMk id="2" creationId="{00000000-0000-0000-0000-000000000000}"/>
          </ac:spMkLst>
        </pc:spChg>
      </pc:sldChg>
      <pc:sldChg chg="addSp delSp modSp del mod">
        <pc:chgData name="Herrel, Brian" userId="88b938c8-9e82-40e1-8563-4045ae5ecb0e" providerId="ADAL" clId="{E835DEBB-4E7A-416E-80DF-90DBB9E23B15}" dt="2023-01-25T21:28:01.026" v="63" actId="47"/>
        <pc:sldMkLst>
          <pc:docMk/>
          <pc:sldMk cId="2184921096" sldId="449"/>
        </pc:sldMkLst>
        <pc:spChg chg="del">
          <ac:chgData name="Herrel, Brian" userId="88b938c8-9e82-40e1-8563-4045ae5ecb0e" providerId="ADAL" clId="{E835DEBB-4E7A-416E-80DF-90DBB9E23B15}" dt="2023-01-25T21:25:29.890" v="48" actId="478"/>
          <ac:spMkLst>
            <pc:docMk/>
            <pc:sldMk cId="2184921096" sldId="449"/>
            <ac:spMk id="3" creationId="{00000000-0000-0000-0000-000000000000}"/>
          </ac:spMkLst>
        </pc:spChg>
        <pc:spChg chg="add mod">
          <ac:chgData name="Herrel, Brian" userId="88b938c8-9e82-40e1-8563-4045ae5ecb0e" providerId="ADAL" clId="{E835DEBB-4E7A-416E-80DF-90DBB9E23B15}" dt="2023-01-25T21:27:17.751" v="53" actId="6549"/>
          <ac:spMkLst>
            <pc:docMk/>
            <pc:sldMk cId="2184921096" sldId="449"/>
            <ac:spMk id="4" creationId="{8BFACF89-1B7F-FC6E-9F57-F3FEAC89A7E1}"/>
          </ac:spMkLst>
        </pc:spChg>
        <pc:spChg chg="mod">
          <ac:chgData name="Herrel, Brian" userId="88b938c8-9e82-40e1-8563-4045ae5ecb0e" providerId="ADAL" clId="{E835DEBB-4E7A-416E-80DF-90DBB9E23B15}" dt="2023-01-25T21:25:08.603" v="46" actId="6549"/>
          <ac:spMkLst>
            <pc:docMk/>
            <pc:sldMk cId="2184921096" sldId="449"/>
            <ac:spMk id="10" creationId="{D7D5C8EC-F1EF-6146-850F-128719B25F22}"/>
          </ac:spMkLst>
        </pc:spChg>
        <pc:picChg chg="add mod">
          <ac:chgData name="Herrel, Brian" userId="88b938c8-9e82-40e1-8563-4045ae5ecb0e" providerId="ADAL" clId="{E835DEBB-4E7A-416E-80DF-90DBB9E23B15}" dt="2023-01-25T21:25:01.874" v="44" actId="14100"/>
          <ac:picMkLst>
            <pc:docMk/>
            <pc:sldMk cId="2184921096" sldId="449"/>
            <ac:picMk id="2" creationId="{3A15EC1E-1EB9-98EA-6D37-71A0BDC88094}"/>
          </ac:picMkLst>
        </pc:picChg>
        <pc:picChg chg="del">
          <ac:chgData name="Herrel, Brian" userId="88b938c8-9e82-40e1-8563-4045ae5ecb0e" providerId="ADAL" clId="{E835DEBB-4E7A-416E-80DF-90DBB9E23B15}" dt="2023-01-25T21:27:05.914" v="50" actId="478"/>
          <ac:picMkLst>
            <pc:docMk/>
            <pc:sldMk cId="2184921096" sldId="449"/>
            <ac:picMk id="12" creationId="{00000000-0000-0000-0000-000000000000}"/>
          </ac:picMkLst>
        </pc:picChg>
      </pc:sldChg>
      <pc:sldChg chg="delSp modSp del mod">
        <pc:chgData name="Herrel, Brian" userId="88b938c8-9e82-40e1-8563-4045ae5ecb0e" providerId="ADAL" clId="{E835DEBB-4E7A-416E-80DF-90DBB9E23B15}" dt="2023-01-25T21:36:48.772" v="107" actId="47"/>
        <pc:sldMkLst>
          <pc:docMk/>
          <pc:sldMk cId="3660143249" sldId="450"/>
        </pc:sldMkLst>
        <pc:spChg chg="del mod">
          <ac:chgData name="Herrel, Brian" userId="88b938c8-9e82-40e1-8563-4045ae5ecb0e" providerId="ADAL" clId="{E835DEBB-4E7A-416E-80DF-90DBB9E23B15}" dt="2023-01-25T21:36:38.702" v="104"/>
          <ac:spMkLst>
            <pc:docMk/>
            <pc:sldMk cId="3660143249" sldId="450"/>
            <ac:spMk id="7" creationId="{00000000-0000-0000-0000-000000000000}"/>
          </ac:spMkLst>
        </pc:spChg>
      </pc:sldChg>
      <pc:sldChg chg="addSp delSp modSp mod">
        <pc:chgData name="Herrel, Brian" userId="88b938c8-9e82-40e1-8563-4045ae5ecb0e" providerId="ADAL" clId="{E835DEBB-4E7A-416E-80DF-90DBB9E23B15}" dt="2023-01-25T21:40:56.359" v="119"/>
        <pc:sldMkLst>
          <pc:docMk/>
          <pc:sldMk cId="1563061197" sldId="451"/>
        </pc:sldMkLst>
        <pc:spChg chg="del mod">
          <ac:chgData name="Herrel, Brian" userId="88b938c8-9e82-40e1-8563-4045ae5ecb0e" providerId="ADAL" clId="{E835DEBB-4E7A-416E-80DF-90DBB9E23B15}" dt="2023-01-25T21:40:55.375" v="118" actId="478"/>
          <ac:spMkLst>
            <pc:docMk/>
            <pc:sldMk cId="1563061197" sldId="451"/>
            <ac:spMk id="2" creationId="{00000000-0000-0000-0000-000000000000}"/>
          </ac:spMkLst>
        </pc:spChg>
        <pc:spChg chg="add mod">
          <ac:chgData name="Herrel, Brian" userId="88b938c8-9e82-40e1-8563-4045ae5ecb0e" providerId="ADAL" clId="{E835DEBB-4E7A-416E-80DF-90DBB9E23B15}" dt="2023-01-25T21:40:56.359" v="119"/>
          <ac:spMkLst>
            <pc:docMk/>
            <pc:sldMk cId="1563061197" sldId="451"/>
            <ac:spMk id="4" creationId="{7117A0F5-27AD-1B67-7EC2-94C744504171}"/>
          </ac:spMkLst>
        </pc:spChg>
      </pc:sldChg>
      <pc:sldChg chg="modSp mod">
        <pc:chgData name="Herrel, Brian" userId="88b938c8-9e82-40e1-8563-4045ae5ecb0e" providerId="ADAL" clId="{E835DEBB-4E7A-416E-80DF-90DBB9E23B15}" dt="2023-01-25T21:43:35.214" v="191" actId="20577"/>
        <pc:sldMkLst>
          <pc:docMk/>
          <pc:sldMk cId="219579044" sldId="452"/>
        </pc:sldMkLst>
        <pc:spChg chg="mod">
          <ac:chgData name="Herrel, Brian" userId="88b938c8-9e82-40e1-8563-4045ae5ecb0e" providerId="ADAL" clId="{E835DEBB-4E7A-416E-80DF-90DBB9E23B15}" dt="2023-01-25T21:43:35.214" v="191" actId="20577"/>
          <ac:spMkLst>
            <pc:docMk/>
            <pc:sldMk cId="219579044" sldId="452"/>
            <ac:spMk id="2" creationId="{00000000-0000-0000-0000-000000000000}"/>
          </ac:spMkLst>
        </pc:spChg>
        <pc:spChg chg="mod">
          <ac:chgData name="Herrel, Brian" userId="88b938c8-9e82-40e1-8563-4045ae5ecb0e" providerId="ADAL" clId="{E835DEBB-4E7A-416E-80DF-90DBB9E23B15}" dt="2023-01-25T21:42:53.672" v="121" actId="20577"/>
          <ac:spMkLst>
            <pc:docMk/>
            <pc:sldMk cId="219579044" sldId="452"/>
            <ac:spMk id="3" creationId="{901DEFB8-E3CC-2681-C7F5-6BC61BDA05A0}"/>
          </ac:spMkLst>
        </pc:spChg>
      </pc:sldChg>
      <pc:sldChg chg="del">
        <pc:chgData name="Herrel, Brian" userId="88b938c8-9e82-40e1-8563-4045ae5ecb0e" providerId="ADAL" clId="{E835DEBB-4E7A-416E-80DF-90DBB9E23B15}" dt="2023-01-25T21:45:53.062" v="213" actId="47"/>
        <pc:sldMkLst>
          <pc:docMk/>
          <pc:sldMk cId="2660675264" sldId="453"/>
        </pc:sldMkLst>
      </pc:sldChg>
      <pc:sldChg chg="add">
        <pc:chgData name="Herrel, Brian" userId="88b938c8-9e82-40e1-8563-4045ae5ecb0e" providerId="ADAL" clId="{E835DEBB-4E7A-416E-80DF-90DBB9E23B15}" dt="2023-01-25T21:19:18.731" v="10"/>
        <pc:sldMkLst>
          <pc:docMk/>
          <pc:sldMk cId="2026132265" sldId="454"/>
        </pc:sldMkLst>
      </pc:sldChg>
      <pc:sldChg chg="add">
        <pc:chgData name="Herrel, Brian" userId="88b938c8-9e82-40e1-8563-4045ae5ecb0e" providerId="ADAL" clId="{E835DEBB-4E7A-416E-80DF-90DBB9E23B15}" dt="2023-01-25T21:19:22.400" v="11"/>
        <pc:sldMkLst>
          <pc:docMk/>
          <pc:sldMk cId="2768128216" sldId="455"/>
        </pc:sldMkLst>
      </pc:sldChg>
      <pc:sldChg chg="add">
        <pc:chgData name="Herrel, Brian" userId="88b938c8-9e82-40e1-8563-4045ae5ecb0e" providerId="ADAL" clId="{E835DEBB-4E7A-416E-80DF-90DBB9E23B15}" dt="2023-01-25T21:19:23.678" v="12"/>
        <pc:sldMkLst>
          <pc:docMk/>
          <pc:sldMk cId="2131197016" sldId="456"/>
        </pc:sldMkLst>
      </pc:sldChg>
      <pc:sldChg chg="add">
        <pc:chgData name="Herrel, Brian" userId="88b938c8-9e82-40e1-8563-4045ae5ecb0e" providerId="ADAL" clId="{E835DEBB-4E7A-416E-80DF-90DBB9E23B15}" dt="2023-01-25T21:19:24.911" v="13"/>
        <pc:sldMkLst>
          <pc:docMk/>
          <pc:sldMk cId="2012564682" sldId="457"/>
        </pc:sldMkLst>
      </pc:sldChg>
      <pc:sldChg chg="add">
        <pc:chgData name="Herrel, Brian" userId="88b938c8-9e82-40e1-8563-4045ae5ecb0e" providerId="ADAL" clId="{E835DEBB-4E7A-416E-80DF-90DBB9E23B15}" dt="2023-01-25T21:19:28.662" v="14"/>
        <pc:sldMkLst>
          <pc:docMk/>
          <pc:sldMk cId="1274603283" sldId="458"/>
        </pc:sldMkLst>
      </pc:sldChg>
      <pc:sldChg chg="add">
        <pc:chgData name="Herrel, Brian" userId="88b938c8-9e82-40e1-8563-4045ae5ecb0e" providerId="ADAL" clId="{E835DEBB-4E7A-416E-80DF-90DBB9E23B15}" dt="2023-01-25T21:19:29.824" v="15"/>
        <pc:sldMkLst>
          <pc:docMk/>
          <pc:sldMk cId="512173666" sldId="459"/>
        </pc:sldMkLst>
      </pc:sldChg>
      <pc:sldChg chg="add del">
        <pc:chgData name="Herrel, Brian" userId="88b938c8-9e82-40e1-8563-4045ae5ecb0e" providerId="ADAL" clId="{E835DEBB-4E7A-416E-80DF-90DBB9E23B15}" dt="2023-01-25T21:28:20.036" v="64" actId="47"/>
        <pc:sldMkLst>
          <pc:docMk/>
          <pc:sldMk cId="547242914" sldId="460"/>
        </pc:sldMkLst>
      </pc:sldChg>
      <pc:sldChg chg="add">
        <pc:chgData name="Herrel, Brian" userId="88b938c8-9e82-40e1-8563-4045ae5ecb0e" providerId="ADAL" clId="{E835DEBB-4E7A-416E-80DF-90DBB9E23B15}" dt="2023-01-25T21:19:39.640" v="17"/>
        <pc:sldMkLst>
          <pc:docMk/>
          <pc:sldMk cId="3958173513" sldId="461"/>
        </pc:sldMkLst>
      </pc:sldChg>
      <pc:sldChg chg="add">
        <pc:chgData name="Herrel, Brian" userId="88b938c8-9e82-40e1-8563-4045ae5ecb0e" providerId="ADAL" clId="{E835DEBB-4E7A-416E-80DF-90DBB9E23B15}" dt="2023-01-25T21:19:41.109" v="18"/>
        <pc:sldMkLst>
          <pc:docMk/>
          <pc:sldMk cId="3277921968" sldId="462"/>
        </pc:sldMkLst>
      </pc:sldChg>
      <pc:sldChg chg="add">
        <pc:chgData name="Herrel, Brian" userId="88b938c8-9e82-40e1-8563-4045ae5ecb0e" providerId="ADAL" clId="{E835DEBB-4E7A-416E-80DF-90DBB9E23B15}" dt="2023-01-25T21:19:43.290" v="19"/>
        <pc:sldMkLst>
          <pc:docMk/>
          <pc:sldMk cId="1438802699" sldId="463"/>
        </pc:sldMkLst>
      </pc:sldChg>
      <pc:sldChg chg="add">
        <pc:chgData name="Herrel, Brian" userId="88b938c8-9e82-40e1-8563-4045ae5ecb0e" providerId="ADAL" clId="{E835DEBB-4E7A-416E-80DF-90DBB9E23B15}" dt="2023-01-25T21:19:44.550" v="20"/>
        <pc:sldMkLst>
          <pc:docMk/>
          <pc:sldMk cId="414982538" sldId="464"/>
        </pc:sldMkLst>
      </pc:sldChg>
      <pc:sldChg chg="add">
        <pc:chgData name="Herrel, Brian" userId="88b938c8-9e82-40e1-8563-4045ae5ecb0e" providerId="ADAL" clId="{E835DEBB-4E7A-416E-80DF-90DBB9E23B15}" dt="2023-01-25T21:19:45.901" v="21"/>
        <pc:sldMkLst>
          <pc:docMk/>
          <pc:sldMk cId="1403006088" sldId="465"/>
        </pc:sldMkLst>
      </pc:sldChg>
      <pc:sldChg chg="add">
        <pc:chgData name="Herrel, Brian" userId="88b938c8-9e82-40e1-8563-4045ae5ecb0e" providerId="ADAL" clId="{E835DEBB-4E7A-416E-80DF-90DBB9E23B15}" dt="2023-01-25T21:19:50.263" v="22"/>
        <pc:sldMkLst>
          <pc:docMk/>
          <pc:sldMk cId="10633001" sldId="466"/>
        </pc:sldMkLst>
      </pc:sldChg>
      <pc:sldChg chg="add">
        <pc:chgData name="Herrel, Brian" userId="88b938c8-9e82-40e1-8563-4045ae5ecb0e" providerId="ADAL" clId="{E835DEBB-4E7A-416E-80DF-90DBB9E23B15}" dt="2023-01-25T21:19:52.125" v="23"/>
        <pc:sldMkLst>
          <pc:docMk/>
          <pc:sldMk cId="471753375" sldId="467"/>
        </pc:sldMkLst>
      </pc:sldChg>
      <pc:sldChg chg="add">
        <pc:chgData name="Herrel, Brian" userId="88b938c8-9e82-40e1-8563-4045ae5ecb0e" providerId="ADAL" clId="{E835DEBB-4E7A-416E-80DF-90DBB9E23B15}" dt="2023-01-25T21:19:53.436" v="24"/>
        <pc:sldMkLst>
          <pc:docMk/>
          <pc:sldMk cId="1791785824" sldId="468"/>
        </pc:sldMkLst>
      </pc:sldChg>
      <pc:sldChg chg="modSp add mod">
        <pc:chgData name="Herrel, Brian" userId="88b938c8-9e82-40e1-8563-4045ae5ecb0e" providerId="ADAL" clId="{E835DEBB-4E7A-416E-80DF-90DBB9E23B15}" dt="2023-01-25T21:32:18.190" v="80" actId="14100"/>
        <pc:sldMkLst>
          <pc:docMk/>
          <pc:sldMk cId="2493345041" sldId="469"/>
        </pc:sldMkLst>
        <pc:spChg chg="mod">
          <ac:chgData name="Herrel, Brian" userId="88b938c8-9e82-40e1-8563-4045ae5ecb0e" providerId="ADAL" clId="{E835DEBB-4E7A-416E-80DF-90DBB9E23B15}" dt="2023-01-25T21:32:18.190" v="80" actId="14100"/>
          <ac:spMkLst>
            <pc:docMk/>
            <pc:sldMk cId="2493345041" sldId="469"/>
            <ac:spMk id="5" creationId="{00000000-0000-0000-0000-000000000000}"/>
          </ac:spMkLst>
        </pc:spChg>
      </pc:sldChg>
      <pc:sldChg chg="add del">
        <pc:chgData name="Herrel, Brian" userId="88b938c8-9e82-40e1-8563-4045ae5ecb0e" providerId="ADAL" clId="{E835DEBB-4E7A-416E-80DF-90DBB9E23B15}" dt="2023-01-25T21:32:42.848" v="81" actId="47"/>
        <pc:sldMkLst>
          <pc:docMk/>
          <pc:sldMk cId="2155785309" sldId="470"/>
        </pc:sldMkLst>
      </pc:sldChg>
      <pc:sldChg chg="add">
        <pc:chgData name="Herrel, Brian" userId="88b938c8-9e82-40e1-8563-4045ae5ecb0e" providerId="ADAL" clId="{E835DEBB-4E7A-416E-80DF-90DBB9E23B15}" dt="2023-01-25T21:19:56.976" v="27"/>
        <pc:sldMkLst>
          <pc:docMk/>
          <pc:sldMk cId="4132985031" sldId="471"/>
        </pc:sldMkLst>
      </pc:sldChg>
      <pc:sldChg chg="add">
        <pc:chgData name="Herrel, Brian" userId="88b938c8-9e82-40e1-8563-4045ae5ecb0e" providerId="ADAL" clId="{E835DEBB-4E7A-416E-80DF-90DBB9E23B15}" dt="2023-01-25T21:20:06.165" v="30"/>
        <pc:sldMkLst>
          <pc:docMk/>
          <pc:sldMk cId="2096829317" sldId="472"/>
        </pc:sldMkLst>
      </pc:sldChg>
      <pc:sldChg chg="add del">
        <pc:chgData name="Herrel, Brian" userId="88b938c8-9e82-40e1-8563-4045ae5ecb0e" providerId="ADAL" clId="{E835DEBB-4E7A-416E-80DF-90DBB9E23B15}" dt="2023-01-25T21:20:00.778" v="29" actId="47"/>
        <pc:sldMkLst>
          <pc:docMk/>
          <pc:sldMk cId="2191193820" sldId="472"/>
        </pc:sldMkLst>
      </pc:sldChg>
      <pc:sldChg chg="addSp delSp modSp add mod">
        <pc:chgData name="Herrel, Brian" userId="88b938c8-9e82-40e1-8563-4045ae5ecb0e" providerId="ADAL" clId="{E835DEBB-4E7A-416E-80DF-90DBB9E23B15}" dt="2023-01-25T21:27:58.898" v="62" actId="6549"/>
        <pc:sldMkLst>
          <pc:docMk/>
          <pc:sldMk cId="3450589686" sldId="473"/>
        </pc:sldMkLst>
        <pc:spChg chg="del">
          <ac:chgData name="Herrel, Brian" userId="88b938c8-9e82-40e1-8563-4045ae5ecb0e" providerId="ADAL" clId="{E835DEBB-4E7A-416E-80DF-90DBB9E23B15}" dt="2023-01-25T21:27:37.124" v="57" actId="478"/>
          <ac:spMkLst>
            <pc:docMk/>
            <pc:sldMk cId="3450589686" sldId="473"/>
            <ac:spMk id="3" creationId="{00000000-0000-0000-0000-000000000000}"/>
          </ac:spMkLst>
        </pc:spChg>
        <pc:spChg chg="add mod">
          <ac:chgData name="Herrel, Brian" userId="88b938c8-9e82-40e1-8563-4045ae5ecb0e" providerId="ADAL" clId="{E835DEBB-4E7A-416E-80DF-90DBB9E23B15}" dt="2023-01-25T21:27:58.898" v="62" actId="6549"/>
          <ac:spMkLst>
            <pc:docMk/>
            <pc:sldMk cId="3450589686" sldId="473"/>
            <ac:spMk id="4" creationId="{0DFFEFCB-9245-F0A9-B676-7838A586D09A}"/>
          </ac:spMkLst>
        </pc:spChg>
        <pc:picChg chg="del">
          <ac:chgData name="Herrel, Brian" userId="88b938c8-9e82-40e1-8563-4045ae5ecb0e" providerId="ADAL" clId="{E835DEBB-4E7A-416E-80DF-90DBB9E23B15}" dt="2023-01-25T21:27:34.780" v="56" actId="478"/>
          <ac:picMkLst>
            <pc:docMk/>
            <pc:sldMk cId="3450589686" sldId="473"/>
            <ac:picMk id="12" creationId="{00000000-0000-0000-0000-000000000000}"/>
          </ac:picMkLst>
        </pc:picChg>
      </pc:sldChg>
      <pc:sldChg chg="add">
        <pc:chgData name="Herrel, Brian" userId="88b938c8-9e82-40e1-8563-4045ae5ecb0e" providerId="ADAL" clId="{E835DEBB-4E7A-416E-80DF-90DBB9E23B15}" dt="2023-01-25T21:27:54.801" v="61"/>
        <pc:sldMkLst>
          <pc:docMk/>
          <pc:sldMk cId="7850601" sldId="474"/>
        </pc:sldMkLst>
      </pc:sldChg>
    </pc:docChg>
  </pc:docChgLst>
  <pc:docChgLst>
    <pc:chgData name="Herrel, Brian" userId="88b938c8-9e82-40e1-8563-4045ae5ecb0e" providerId="ADAL" clId="{A6F63642-73D7-4DCE-ACB5-E2A601156782}"/>
    <pc:docChg chg="undo custSel addSld delSld modSld modSection">
      <pc:chgData name="Herrel, Brian" userId="88b938c8-9e82-40e1-8563-4045ae5ecb0e" providerId="ADAL" clId="{A6F63642-73D7-4DCE-ACB5-E2A601156782}" dt="2023-02-13T14:25:24.955" v="713" actId="478"/>
      <pc:docMkLst>
        <pc:docMk/>
      </pc:docMkLst>
      <pc:sldChg chg="modSp mod delCm">
        <pc:chgData name="Herrel, Brian" userId="88b938c8-9e82-40e1-8563-4045ae5ecb0e" providerId="ADAL" clId="{A6F63642-73D7-4DCE-ACB5-E2A601156782}" dt="2023-02-13T13:16:52.452" v="101"/>
        <pc:sldMkLst>
          <pc:docMk/>
          <pc:sldMk cId="3716011425" sldId="326"/>
        </pc:sldMkLst>
        <pc:spChg chg="mod">
          <ac:chgData name="Herrel, Brian" userId="88b938c8-9e82-40e1-8563-4045ae5ecb0e" providerId="ADAL" clId="{A6F63642-73D7-4DCE-ACB5-E2A601156782}" dt="2023-02-13T13:16:42.182" v="100" actId="20577"/>
          <ac:spMkLst>
            <pc:docMk/>
            <pc:sldMk cId="3716011425" sldId="326"/>
            <ac:spMk id="6" creationId="{CDE9631B-281B-BE25-9400-42D7737F4543}"/>
          </ac:spMkLst>
        </pc:spChg>
        <pc:spChg chg="mod">
          <ac:chgData name="Herrel, Brian" userId="88b938c8-9e82-40e1-8563-4045ae5ecb0e" providerId="ADAL" clId="{A6F63642-73D7-4DCE-ACB5-E2A601156782}" dt="2023-02-10T17:37:05.017" v="85" actId="20577"/>
          <ac:spMkLst>
            <pc:docMk/>
            <pc:sldMk cId="3716011425" sldId="326"/>
            <ac:spMk id="7" creationId="{3C64A2BC-4D5F-F313-BCCF-8697F016B769}"/>
          </ac:spMkLst>
        </pc:spChg>
        <pc:graphicFrameChg chg="mod">
          <ac:chgData name="Herrel, Brian" userId="88b938c8-9e82-40e1-8563-4045ae5ecb0e" providerId="ADAL" clId="{A6F63642-73D7-4DCE-ACB5-E2A601156782}" dt="2023-02-10T17:32:50.385" v="70" actId="20577"/>
          <ac:graphicFrameMkLst>
            <pc:docMk/>
            <pc:sldMk cId="3716011425" sldId="326"/>
            <ac:graphicFrameMk id="3" creationId="{00000000-0000-0000-0000-000000000000}"/>
          </ac:graphicFrameMkLst>
        </pc:graphicFrameChg>
      </pc:sldChg>
      <pc:sldChg chg="modSp mod">
        <pc:chgData name="Herrel, Brian" userId="88b938c8-9e82-40e1-8563-4045ae5ecb0e" providerId="ADAL" clId="{A6F63642-73D7-4DCE-ACB5-E2A601156782}" dt="2023-02-13T13:17:28.598" v="102" actId="6549"/>
        <pc:sldMkLst>
          <pc:docMk/>
          <pc:sldMk cId="798257535" sldId="330"/>
        </pc:sldMkLst>
        <pc:spChg chg="mod">
          <ac:chgData name="Herrel, Brian" userId="88b938c8-9e82-40e1-8563-4045ae5ecb0e" providerId="ADAL" clId="{A6F63642-73D7-4DCE-ACB5-E2A601156782}" dt="2023-02-13T13:17:28.598" v="102" actId="6549"/>
          <ac:spMkLst>
            <pc:docMk/>
            <pc:sldMk cId="798257535" sldId="330"/>
            <ac:spMk id="10" creationId="{D7D5C8EC-F1EF-6146-850F-128719B25F22}"/>
          </ac:spMkLst>
        </pc:spChg>
      </pc:sldChg>
      <pc:sldChg chg="delCm">
        <pc:chgData name="Herrel, Brian" userId="88b938c8-9e82-40e1-8563-4045ae5ecb0e" providerId="ADAL" clId="{A6F63642-73D7-4DCE-ACB5-E2A601156782}" dt="2023-02-13T13:15:00.685" v="86"/>
        <pc:sldMkLst>
          <pc:docMk/>
          <pc:sldMk cId="4186062049" sldId="346"/>
        </pc:sldMkLst>
      </pc:sldChg>
      <pc:sldChg chg="modSp">
        <pc:chgData name="Herrel, Brian" userId="88b938c8-9e82-40e1-8563-4045ae5ecb0e" providerId="ADAL" clId="{A6F63642-73D7-4DCE-ACB5-E2A601156782}" dt="2023-02-13T14:15:40.046" v="666" actId="1076"/>
        <pc:sldMkLst>
          <pc:docMk/>
          <pc:sldMk cId="2181503539" sldId="356"/>
        </pc:sldMkLst>
        <pc:grpChg chg="mod">
          <ac:chgData name="Herrel, Brian" userId="88b938c8-9e82-40e1-8563-4045ae5ecb0e" providerId="ADAL" clId="{A6F63642-73D7-4DCE-ACB5-E2A601156782}" dt="2023-02-13T14:15:40.046" v="666" actId="1076"/>
          <ac:grpSpMkLst>
            <pc:docMk/>
            <pc:sldMk cId="2181503539" sldId="356"/>
            <ac:grpSpMk id="4" creationId="{00000000-0000-0000-0000-000000000000}"/>
          </ac:grpSpMkLst>
        </pc:grpChg>
        <pc:picChg chg="mod">
          <ac:chgData name="Herrel, Brian" userId="88b938c8-9e82-40e1-8563-4045ae5ecb0e" providerId="ADAL" clId="{A6F63642-73D7-4DCE-ACB5-E2A601156782}" dt="2023-02-13T14:15:40.046" v="666" actId="1076"/>
          <ac:picMkLst>
            <pc:docMk/>
            <pc:sldMk cId="2181503539" sldId="356"/>
            <ac:picMk id="2" creationId="{5F6E93FD-C82C-EA8C-6F29-3EED9B8EF2E4}"/>
          </ac:picMkLst>
        </pc:picChg>
        <pc:picChg chg="mod">
          <ac:chgData name="Herrel, Brian" userId="88b938c8-9e82-40e1-8563-4045ae5ecb0e" providerId="ADAL" clId="{A6F63642-73D7-4DCE-ACB5-E2A601156782}" dt="2023-02-13T14:15:40.046" v="666" actId="1076"/>
          <ac:picMkLst>
            <pc:docMk/>
            <pc:sldMk cId="2181503539" sldId="356"/>
            <ac:picMk id="3" creationId="{FC643DF0-A189-BCD2-4554-671993332224}"/>
          </ac:picMkLst>
        </pc:picChg>
      </pc:sldChg>
      <pc:sldChg chg="delSp modSp mod">
        <pc:chgData name="Herrel, Brian" userId="88b938c8-9e82-40e1-8563-4045ae5ecb0e" providerId="ADAL" clId="{A6F63642-73D7-4DCE-ACB5-E2A601156782}" dt="2023-02-13T14:16:46.847" v="677" actId="478"/>
        <pc:sldMkLst>
          <pc:docMk/>
          <pc:sldMk cId="2680870235" sldId="358"/>
        </pc:sldMkLst>
        <pc:spChg chg="del">
          <ac:chgData name="Herrel, Brian" userId="88b938c8-9e82-40e1-8563-4045ae5ecb0e" providerId="ADAL" clId="{A6F63642-73D7-4DCE-ACB5-E2A601156782}" dt="2023-02-13T14:16:46.847" v="677" actId="478"/>
          <ac:spMkLst>
            <pc:docMk/>
            <pc:sldMk cId="2680870235" sldId="358"/>
            <ac:spMk id="8" creationId="{CDE9631B-281B-BE25-9400-42D7737F4543}"/>
          </ac:spMkLst>
        </pc:spChg>
        <pc:graphicFrameChg chg="mod modGraphic">
          <ac:chgData name="Herrel, Brian" userId="88b938c8-9e82-40e1-8563-4045ae5ecb0e" providerId="ADAL" clId="{A6F63642-73D7-4DCE-ACB5-E2A601156782}" dt="2023-02-13T14:16:37.399" v="676" actId="2062"/>
          <ac:graphicFrameMkLst>
            <pc:docMk/>
            <pc:sldMk cId="2680870235" sldId="358"/>
            <ac:graphicFrameMk id="7" creationId="{AF3D079C-3E4F-EC3A-3823-CA12382819B9}"/>
          </ac:graphicFrameMkLst>
        </pc:graphicFrameChg>
      </pc:sldChg>
      <pc:sldChg chg="modSp mod">
        <pc:chgData name="Herrel, Brian" userId="88b938c8-9e82-40e1-8563-4045ae5ecb0e" providerId="ADAL" clId="{A6F63642-73D7-4DCE-ACB5-E2A601156782}" dt="2023-02-13T14:10:34.188" v="642" actId="20577"/>
        <pc:sldMkLst>
          <pc:docMk/>
          <pc:sldMk cId="638636981" sldId="376"/>
        </pc:sldMkLst>
        <pc:spChg chg="mod">
          <ac:chgData name="Herrel, Brian" userId="88b938c8-9e82-40e1-8563-4045ae5ecb0e" providerId="ADAL" clId="{A6F63642-73D7-4DCE-ACB5-E2A601156782}" dt="2023-02-13T14:10:34.188" v="642" actId="20577"/>
          <ac:spMkLst>
            <pc:docMk/>
            <pc:sldMk cId="638636981" sldId="376"/>
            <ac:spMk id="5" creationId="{F1C14E6B-E1E7-EE63-FC80-D517CB042C90}"/>
          </ac:spMkLst>
        </pc:spChg>
      </pc:sldChg>
      <pc:sldChg chg="delSp modSp mod">
        <pc:chgData name="Herrel, Brian" userId="88b938c8-9e82-40e1-8563-4045ae5ecb0e" providerId="ADAL" clId="{A6F63642-73D7-4DCE-ACB5-E2A601156782}" dt="2023-02-13T14:13:38.261" v="653" actId="6549"/>
        <pc:sldMkLst>
          <pc:docMk/>
          <pc:sldMk cId="3364480705" sldId="388"/>
        </pc:sldMkLst>
        <pc:spChg chg="mod">
          <ac:chgData name="Herrel, Brian" userId="88b938c8-9e82-40e1-8563-4045ae5ecb0e" providerId="ADAL" clId="{A6F63642-73D7-4DCE-ACB5-E2A601156782}" dt="2023-02-13T14:13:38.261" v="653" actId="6549"/>
          <ac:spMkLst>
            <pc:docMk/>
            <pc:sldMk cId="3364480705" sldId="388"/>
            <ac:spMk id="8" creationId="{D7D5C8EC-F1EF-6146-850F-128719B25F22}"/>
          </ac:spMkLst>
        </pc:spChg>
        <pc:spChg chg="del">
          <ac:chgData name="Herrel, Brian" userId="88b938c8-9e82-40e1-8563-4045ae5ecb0e" providerId="ADAL" clId="{A6F63642-73D7-4DCE-ACB5-E2A601156782}" dt="2023-02-13T14:11:45.870" v="650" actId="478"/>
          <ac:spMkLst>
            <pc:docMk/>
            <pc:sldMk cId="3364480705" sldId="388"/>
            <ac:spMk id="9" creationId="{354B16FB-6891-DD42-B230-D51CD92601A2}"/>
          </ac:spMkLst>
        </pc:spChg>
        <pc:spChg chg="del">
          <ac:chgData name="Herrel, Brian" userId="88b938c8-9e82-40e1-8563-4045ae5ecb0e" providerId="ADAL" clId="{A6F63642-73D7-4DCE-ACB5-E2A601156782}" dt="2023-02-13T14:11:44.686" v="649" actId="478"/>
          <ac:spMkLst>
            <pc:docMk/>
            <pc:sldMk cId="3364480705" sldId="388"/>
            <ac:spMk id="10" creationId="{D3A629F8-C3A1-BA44-BC5C-24372160A7E2}"/>
          </ac:spMkLst>
        </pc:spChg>
        <pc:spChg chg="mod">
          <ac:chgData name="Herrel, Brian" userId="88b938c8-9e82-40e1-8563-4045ae5ecb0e" providerId="ADAL" clId="{A6F63642-73D7-4DCE-ACB5-E2A601156782}" dt="2023-02-13T14:12:10.674" v="652" actId="14100"/>
          <ac:spMkLst>
            <pc:docMk/>
            <pc:sldMk cId="3364480705" sldId="388"/>
            <ac:spMk id="20" creationId="{D7D5C8EC-F1EF-6146-850F-128719B25F22}"/>
          </ac:spMkLst>
        </pc:spChg>
        <pc:spChg chg="del">
          <ac:chgData name="Herrel, Brian" userId="88b938c8-9e82-40e1-8563-4045ae5ecb0e" providerId="ADAL" clId="{A6F63642-73D7-4DCE-ACB5-E2A601156782}" dt="2023-02-13T14:11:41.106" v="647" actId="478"/>
          <ac:spMkLst>
            <pc:docMk/>
            <pc:sldMk cId="3364480705" sldId="388"/>
            <ac:spMk id="21" creationId="{354B16FB-6891-DD42-B230-D51CD92601A2}"/>
          </ac:spMkLst>
        </pc:spChg>
        <pc:spChg chg="del">
          <ac:chgData name="Herrel, Brian" userId="88b938c8-9e82-40e1-8563-4045ae5ecb0e" providerId="ADAL" clId="{A6F63642-73D7-4DCE-ACB5-E2A601156782}" dt="2023-02-13T14:11:43.955" v="648" actId="478"/>
          <ac:spMkLst>
            <pc:docMk/>
            <pc:sldMk cId="3364480705" sldId="388"/>
            <ac:spMk id="23" creationId="{D3A629F8-C3A1-BA44-BC5C-24372160A7E2}"/>
          </ac:spMkLst>
        </pc:spChg>
      </pc:sldChg>
      <pc:sldChg chg="addSp delSp modSp mod">
        <pc:chgData name="Herrel, Brian" userId="88b938c8-9e82-40e1-8563-4045ae5ecb0e" providerId="ADAL" clId="{A6F63642-73D7-4DCE-ACB5-E2A601156782}" dt="2023-02-13T14:00:16.695" v="599" actId="478"/>
        <pc:sldMkLst>
          <pc:docMk/>
          <pc:sldMk cId="1745348130" sldId="419"/>
        </pc:sldMkLst>
        <pc:spChg chg="del">
          <ac:chgData name="Herrel, Brian" userId="88b938c8-9e82-40e1-8563-4045ae5ecb0e" providerId="ADAL" clId="{A6F63642-73D7-4DCE-ACB5-E2A601156782}" dt="2023-02-13T14:00:16.695" v="599" actId="478"/>
          <ac:spMkLst>
            <pc:docMk/>
            <pc:sldMk cId="1745348130" sldId="419"/>
            <ac:spMk id="17" creationId="{1688B19B-BA3C-7A74-37BA-7BD940263632}"/>
          </ac:spMkLst>
        </pc:spChg>
        <pc:grpChg chg="add mod">
          <ac:chgData name="Herrel, Brian" userId="88b938c8-9e82-40e1-8563-4045ae5ecb0e" providerId="ADAL" clId="{A6F63642-73D7-4DCE-ACB5-E2A601156782}" dt="2023-02-13T13:56:40.994" v="490" actId="1076"/>
          <ac:grpSpMkLst>
            <pc:docMk/>
            <pc:sldMk cId="1745348130" sldId="419"/>
            <ac:grpSpMk id="3" creationId="{93BE714E-56C4-67B6-C486-06FA2145CB5B}"/>
          </ac:grpSpMkLst>
        </pc:grpChg>
        <pc:picChg chg="add del mod">
          <ac:chgData name="Herrel, Brian" userId="88b938c8-9e82-40e1-8563-4045ae5ecb0e" providerId="ADAL" clId="{A6F63642-73D7-4DCE-ACB5-E2A601156782}" dt="2023-02-13T13:56:31.267" v="488" actId="478"/>
          <ac:picMkLst>
            <pc:docMk/>
            <pc:sldMk cId="1745348130" sldId="419"/>
            <ac:picMk id="2" creationId="{B86E5480-8934-3E67-2115-ACABD4A4E9D2}"/>
          </ac:picMkLst>
        </pc:picChg>
        <pc:picChg chg="mod">
          <ac:chgData name="Herrel, Brian" userId="88b938c8-9e82-40e1-8563-4045ae5ecb0e" providerId="ADAL" clId="{A6F63642-73D7-4DCE-ACB5-E2A601156782}" dt="2023-02-13T13:56:40.994" v="490" actId="1076"/>
          <ac:picMkLst>
            <pc:docMk/>
            <pc:sldMk cId="1745348130" sldId="419"/>
            <ac:picMk id="12" creationId="{00000000-0000-0000-0000-000000000000}"/>
          </ac:picMkLst>
        </pc:picChg>
        <pc:picChg chg="mod">
          <ac:chgData name="Herrel, Brian" userId="88b938c8-9e82-40e1-8563-4045ae5ecb0e" providerId="ADAL" clId="{A6F63642-73D7-4DCE-ACB5-E2A601156782}" dt="2023-02-13T13:56:40.994" v="490" actId="1076"/>
          <ac:picMkLst>
            <pc:docMk/>
            <pc:sldMk cId="1745348130" sldId="419"/>
            <ac:picMk id="16" creationId="{00000000-0000-0000-0000-000000000000}"/>
          </ac:picMkLst>
        </pc:picChg>
      </pc:sldChg>
      <pc:sldChg chg="modSp mod">
        <pc:chgData name="Herrel, Brian" userId="88b938c8-9e82-40e1-8563-4045ae5ecb0e" providerId="ADAL" clId="{A6F63642-73D7-4DCE-ACB5-E2A601156782}" dt="2023-02-13T13:19:22.549" v="109" actId="6549"/>
        <pc:sldMkLst>
          <pc:docMk/>
          <pc:sldMk cId="2508475333" sldId="421"/>
        </pc:sldMkLst>
        <pc:spChg chg="mod">
          <ac:chgData name="Herrel, Brian" userId="88b938c8-9e82-40e1-8563-4045ae5ecb0e" providerId="ADAL" clId="{A6F63642-73D7-4DCE-ACB5-E2A601156782}" dt="2023-02-13T13:19:22.549" v="109" actId="6549"/>
          <ac:spMkLst>
            <pc:docMk/>
            <pc:sldMk cId="2508475333" sldId="421"/>
            <ac:spMk id="10" creationId="{D7D5C8EC-F1EF-6146-850F-128719B25F22}"/>
          </ac:spMkLst>
        </pc:spChg>
      </pc:sldChg>
      <pc:sldChg chg="modSp mod">
        <pc:chgData name="Herrel, Brian" userId="88b938c8-9e82-40e1-8563-4045ae5ecb0e" providerId="ADAL" clId="{A6F63642-73D7-4DCE-ACB5-E2A601156782}" dt="2023-02-13T13:19:53.530" v="113" actId="6549"/>
        <pc:sldMkLst>
          <pc:docMk/>
          <pc:sldMk cId="3016854979" sldId="422"/>
        </pc:sldMkLst>
        <pc:spChg chg="mod">
          <ac:chgData name="Herrel, Brian" userId="88b938c8-9e82-40e1-8563-4045ae5ecb0e" providerId="ADAL" clId="{A6F63642-73D7-4DCE-ACB5-E2A601156782}" dt="2023-02-13T13:19:53.530" v="113" actId="6549"/>
          <ac:spMkLst>
            <pc:docMk/>
            <pc:sldMk cId="3016854979" sldId="422"/>
            <ac:spMk id="10" creationId="{D7D5C8EC-F1EF-6146-850F-128719B25F22}"/>
          </ac:spMkLst>
        </pc:spChg>
      </pc:sldChg>
      <pc:sldChg chg="modSp mod delCm">
        <pc:chgData name="Herrel, Brian" userId="88b938c8-9e82-40e1-8563-4045ae5ecb0e" providerId="ADAL" clId="{A6F63642-73D7-4DCE-ACB5-E2A601156782}" dt="2023-02-13T13:30:19.191" v="206"/>
        <pc:sldMkLst>
          <pc:docMk/>
          <pc:sldMk cId="478210898" sldId="426"/>
        </pc:sldMkLst>
        <pc:spChg chg="mod">
          <ac:chgData name="Herrel, Brian" userId="88b938c8-9e82-40e1-8563-4045ae5ecb0e" providerId="ADAL" clId="{A6F63642-73D7-4DCE-ACB5-E2A601156782}" dt="2023-02-13T13:22:59.106" v="129" actId="14100"/>
          <ac:spMkLst>
            <pc:docMk/>
            <pc:sldMk cId="478210898" sldId="426"/>
            <ac:spMk id="10" creationId="{D7D5C8EC-F1EF-6146-850F-128719B25F22}"/>
          </ac:spMkLst>
        </pc:spChg>
        <pc:picChg chg="mod">
          <ac:chgData name="Herrel, Brian" userId="88b938c8-9e82-40e1-8563-4045ae5ecb0e" providerId="ADAL" clId="{A6F63642-73D7-4DCE-ACB5-E2A601156782}" dt="2023-02-13T13:22:53.130" v="128" actId="14100"/>
          <ac:picMkLst>
            <pc:docMk/>
            <pc:sldMk cId="478210898" sldId="426"/>
            <ac:picMk id="6" creationId="{00000000-0000-0000-0000-000000000000}"/>
          </ac:picMkLst>
        </pc:picChg>
      </pc:sldChg>
      <pc:sldChg chg="addSp delSp modSp mod">
        <pc:chgData name="Herrel, Brian" userId="88b938c8-9e82-40e1-8563-4045ae5ecb0e" providerId="ADAL" clId="{A6F63642-73D7-4DCE-ACB5-E2A601156782}" dt="2023-02-13T13:43:09.083" v="348" actId="478"/>
        <pc:sldMkLst>
          <pc:docMk/>
          <pc:sldMk cId="832398026" sldId="427"/>
        </pc:sldMkLst>
        <pc:spChg chg="add del">
          <ac:chgData name="Herrel, Brian" userId="88b938c8-9e82-40e1-8563-4045ae5ecb0e" providerId="ADAL" clId="{A6F63642-73D7-4DCE-ACB5-E2A601156782}" dt="2023-02-13T13:43:09.083" v="348" actId="478"/>
          <ac:spMkLst>
            <pc:docMk/>
            <pc:sldMk cId="832398026" sldId="427"/>
            <ac:spMk id="7" creationId="{1688B19B-BA3C-7A74-37BA-7BD940263632}"/>
          </ac:spMkLst>
        </pc:spChg>
        <pc:picChg chg="add del mod">
          <ac:chgData name="Herrel, Brian" userId="88b938c8-9e82-40e1-8563-4045ae5ecb0e" providerId="ADAL" clId="{A6F63642-73D7-4DCE-ACB5-E2A601156782}" dt="2023-02-13T13:27:27.798" v="176" actId="478"/>
          <ac:picMkLst>
            <pc:docMk/>
            <pc:sldMk cId="832398026" sldId="427"/>
            <ac:picMk id="2" creationId="{9801703B-7A26-A1FE-AF06-E59FC175CE9D}"/>
          </ac:picMkLst>
        </pc:picChg>
        <pc:picChg chg="mod">
          <ac:chgData name="Herrel, Brian" userId="88b938c8-9e82-40e1-8563-4045ae5ecb0e" providerId="ADAL" clId="{A6F63642-73D7-4DCE-ACB5-E2A601156782}" dt="2023-02-13T13:27:37.990" v="177" actId="1076"/>
          <ac:picMkLst>
            <pc:docMk/>
            <pc:sldMk cId="832398026" sldId="427"/>
            <ac:picMk id="6" creationId="{00000000-0000-0000-0000-000000000000}"/>
          </ac:picMkLst>
        </pc:picChg>
      </pc:sldChg>
      <pc:sldChg chg="addSp delSp modSp mod">
        <pc:chgData name="Herrel, Brian" userId="88b938c8-9e82-40e1-8563-4045ae5ecb0e" providerId="ADAL" clId="{A6F63642-73D7-4DCE-ACB5-E2A601156782}" dt="2023-02-13T14:22:08.644" v="684" actId="478"/>
        <pc:sldMkLst>
          <pc:docMk/>
          <pc:sldMk cId="3371033434" sldId="428"/>
        </pc:sldMkLst>
        <pc:spChg chg="del">
          <ac:chgData name="Herrel, Brian" userId="88b938c8-9e82-40e1-8563-4045ae5ecb0e" providerId="ADAL" clId="{A6F63642-73D7-4DCE-ACB5-E2A601156782}" dt="2023-02-13T14:22:08.644" v="684" actId="478"/>
          <ac:spMkLst>
            <pc:docMk/>
            <pc:sldMk cId="3371033434" sldId="428"/>
            <ac:spMk id="13" creationId="{1688B19B-BA3C-7A74-37BA-7BD940263632}"/>
          </ac:spMkLst>
        </pc:spChg>
        <pc:picChg chg="add mod">
          <ac:chgData name="Herrel, Brian" userId="88b938c8-9e82-40e1-8563-4045ae5ecb0e" providerId="ADAL" clId="{A6F63642-73D7-4DCE-ACB5-E2A601156782}" dt="2023-02-13T13:28:09.157" v="188"/>
          <ac:picMkLst>
            <pc:docMk/>
            <pc:sldMk cId="3371033434" sldId="428"/>
            <ac:picMk id="2" creationId="{2DCB516D-DB9E-DCDF-2CF5-5DAC8A0EEBBD}"/>
          </ac:picMkLst>
        </pc:picChg>
        <pc:picChg chg="add mod">
          <ac:chgData name="Herrel, Brian" userId="88b938c8-9e82-40e1-8563-4045ae5ecb0e" providerId="ADAL" clId="{A6F63642-73D7-4DCE-ACB5-E2A601156782}" dt="2023-02-13T13:34:57.035" v="274"/>
          <ac:picMkLst>
            <pc:docMk/>
            <pc:sldMk cId="3371033434" sldId="428"/>
            <ac:picMk id="3" creationId="{B6DAAAB8-31BC-D694-8CE5-28266A282892}"/>
          </ac:picMkLst>
        </pc:picChg>
        <pc:picChg chg="del">
          <ac:chgData name="Herrel, Brian" userId="88b938c8-9e82-40e1-8563-4045ae5ecb0e" providerId="ADAL" clId="{A6F63642-73D7-4DCE-ACB5-E2A601156782}" dt="2023-02-13T13:28:08.380" v="187" actId="478"/>
          <ac:picMkLst>
            <pc:docMk/>
            <pc:sldMk cId="3371033434" sldId="428"/>
            <ac:picMk id="8" creationId="{00000000-0000-0000-0000-000000000000}"/>
          </ac:picMkLst>
        </pc:picChg>
        <pc:picChg chg="del">
          <ac:chgData name="Herrel, Brian" userId="88b938c8-9e82-40e1-8563-4045ae5ecb0e" providerId="ADAL" clId="{A6F63642-73D7-4DCE-ACB5-E2A601156782}" dt="2023-02-13T13:34:55.731" v="273" actId="478"/>
          <ac:picMkLst>
            <pc:docMk/>
            <pc:sldMk cId="3371033434" sldId="428"/>
            <ac:picMk id="11" creationId="{22CBD024-8D8C-51A4-DB70-C9D53F705A82}"/>
          </ac:picMkLst>
        </pc:picChg>
      </pc:sldChg>
      <pc:sldChg chg="addSp delSp modSp mod">
        <pc:chgData name="Herrel, Brian" userId="88b938c8-9e82-40e1-8563-4045ae5ecb0e" providerId="ADAL" clId="{A6F63642-73D7-4DCE-ACB5-E2A601156782}" dt="2023-02-13T13:46:03.199" v="365" actId="6549"/>
        <pc:sldMkLst>
          <pc:docMk/>
          <pc:sldMk cId="1970821344" sldId="429"/>
        </pc:sldMkLst>
        <pc:spChg chg="mod">
          <ac:chgData name="Herrel, Brian" userId="88b938c8-9e82-40e1-8563-4045ae5ecb0e" providerId="ADAL" clId="{A6F63642-73D7-4DCE-ACB5-E2A601156782}" dt="2023-02-13T13:45:02.844" v="359" actId="1076"/>
          <ac:spMkLst>
            <pc:docMk/>
            <pc:sldMk cId="1970821344" sldId="429"/>
            <ac:spMk id="2" creationId="{00000000-0000-0000-0000-000000000000}"/>
          </ac:spMkLst>
        </pc:spChg>
        <pc:spChg chg="add mod">
          <ac:chgData name="Herrel, Brian" userId="88b938c8-9e82-40e1-8563-4045ae5ecb0e" providerId="ADAL" clId="{A6F63642-73D7-4DCE-ACB5-E2A601156782}" dt="2023-02-13T13:46:03.199" v="365" actId="6549"/>
          <ac:spMkLst>
            <pc:docMk/>
            <pc:sldMk cId="1970821344" sldId="429"/>
            <ac:spMk id="4" creationId="{C684C4C7-115D-45EE-24A7-C655F41D0620}"/>
          </ac:spMkLst>
        </pc:spChg>
        <pc:spChg chg="mod">
          <ac:chgData name="Herrel, Brian" userId="88b938c8-9e82-40e1-8563-4045ae5ecb0e" providerId="ADAL" clId="{A6F63642-73D7-4DCE-ACB5-E2A601156782}" dt="2023-02-13T13:45:51.321" v="361" actId="1076"/>
          <ac:spMkLst>
            <pc:docMk/>
            <pc:sldMk cId="1970821344" sldId="429"/>
            <ac:spMk id="8" creationId="{00000000-0000-0000-0000-000000000000}"/>
          </ac:spMkLst>
        </pc:spChg>
        <pc:spChg chg="del">
          <ac:chgData name="Herrel, Brian" userId="88b938c8-9e82-40e1-8563-4045ae5ecb0e" providerId="ADAL" clId="{A6F63642-73D7-4DCE-ACB5-E2A601156782}" dt="2023-02-13T13:45:56.442" v="362" actId="478"/>
          <ac:spMkLst>
            <pc:docMk/>
            <pc:sldMk cId="1970821344" sldId="429"/>
            <ac:spMk id="11" creationId="{1688B19B-BA3C-7A74-37BA-7BD940263632}"/>
          </ac:spMkLst>
        </pc:spChg>
        <pc:picChg chg="add mod">
          <ac:chgData name="Herrel, Brian" userId="88b938c8-9e82-40e1-8563-4045ae5ecb0e" providerId="ADAL" clId="{A6F63642-73D7-4DCE-ACB5-E2A601156782}" dt="2023-02-13T13:28:16.163" v="192"/>
          <ac:picMkLst>
            <pc:docMk/>
            <pc:sldMk cId="1970821344" sldId="429"/>
            <ac:picMk id="3" creationId="{9DA07B42-41D4-F680-92FE-52A784D6C8EE}"/>
          </ac:picMkLst>
        </pc:picChg>
        <pc:picChg chg="del">
          <ac:chgData name="Herrel, Brian" userId="88b938c8-9e82-40e1-8563-4045ae5ecb0e" providerId="ADAL" clId="{A6F63642-73D7-4DCE-ACB5-E2A601156782}" dt="2023-02-13T13:28:14.885" v="191" actId="478"/>
          <ac:picMkLst>
            <pc:docMk/>
            <pc:sldMk cId="1970821344" sldId="429"/>
            <ac:picMk id="10" creationId="{00000000-0000-0000-0000-000000000000}"/>
          </ac:picMkLst>
        </pc:picChg>
      </pc:sldChg>
      <pc:sldChg chg="modSp mod">
        <pc:chgData name="Herrel, Brian" userId="88b938c8-9e82-40e1-8563-4045ae5ecb0e" providerId="ADAL" clId="{A6F63642-73D7-4DCE-ACB5-E2A601156782}" dt="2023-02-13T13:47:17.447" v="370" actId="1076"/>
        <pc:sldMkLst>
          <pc:docMk/>
          <pc:sldMk cId="260650612" sldId="432"/>
        </pc:sldMkLst>
        <pc:spChg chg="mod">
          <ac:chgData name="Herrel, Brian" userId="88b938c8-9e82-40e1-8563-4045ae5ecb0e" providerId="ADAL" clId="{A6F63642-73D7-4DCE-ACB5-E2A601156782}" dt="2023-02-13T13:46:53.458" v="368" actId="6549"/>
          <ac:spMkLst>
            <pc:docMk/>
            <pc:sldMk cId="260650612" sldId="432"/>
            <ac:spMk id="2" creationId="{00000000-0000-0000-0000-000000000000}"/>
          </ac:spMkLst>
        </pc:spChg>
        <pc:spChg chg="mod">
          <ac:chgData name="Herrel, Brian" userId="88b938c8-9e82-40e1-8563-4045ae5ecb0e" providerId="ADAL" clId="{A6F63642-73D7-4DCE-ACB5-E2A601156782}" dt="2023-02-13T13:47:17.447" v="370" actId="1076"/>
          <ac:spMkLst>
            <pc:docMk/>
            <pc:sldMk cId="260650612" sldId="432"/>
            <ac:spMk id="5" creationId="{178E962F-C48C-0E26-A298-8168A84F5F7B}"/>
          </ac:spMkLst>
        </pc:spChg>
      </pc:sldChg>
      <pc:sldChg chg="addSp delSp modSp mod">
        <pc:chgData name="Herrel, Brian" userId="88b938c8-9e82-40e1-8563-4045ae5ecb0e" providerId="ADAL" clId="{A6F63642-73D7-4DCE-ACB5-E2A601156782}" dt="2023-02-13T13:36:42.203" v="279"/>
        <pc:sldMkLst>
          <pc:docMk/>
          <pc:sldMk cId="3411126723" sldId="434"/>
        </pc:sldMkLst>
        <pc:picChg chg="add mod">
          <ac:chgData name="Herrel, Brian" userId="88b938c8-9e82-40e1-8563-4045ae5ecb0e" providerId="ADAL" clId="{A6F63642-73D7-4DCE-ACB5-E2A601156782}" dt="2023-02-13T13:36:42.203" v="279"/>
          <ac:picMkLst>
            <pc:docMk/>
            <pc:sldMk cId="3411126723" sldId="434"/>
            <ac:picMk id="2" creationId="{B12FBE2C-FC72-7305-E3FC-4FCA878C6890}"/>
          </ac:picMkLst>
        </pc:picChg>
        <pc:picChg chg="del mod">
          <ac:chgData name="Herrel, Brian" userId="88b938c8-9e82-40e1-8563-4045ae5ecb0e" providerId="ADAL" clId="{A6F63642-73D7-4DCE-ACB5-E2A601156782}" dt="2023-02-13T13:36:41.131" v="278" actId="478"/>
          <ac:picMkLst>
            <pc:docMk/>
            <pc:sldMk cId="3411126723" sldId="434"/>
            <ac:picMk id="13" creationId="{22CBD024-8D8C-51A4-DB70-C9D53F705A82}"/>
          </ac:picMkLst>
        </pc:picChg>
      </pc:sldChg>
      <pc:sldChg chg="addSp delSp modSp mod">
        <pc:chgData name="Herrel, Brian" userId="88b938c8-9e82-40e1-8563-4045ae5ecb0e" providerId="ADAL" clId="{A6F63642-73D7-4DCE-ACB5-E2A601156782}" dt="2023-02-13T14:25:24.955" v="713" actId="478"/>
        <pc:sldMkLst>
          <pc:docMk/>
          <pc:sldMk cId="3442449962" sldId="437"/>
        </pc:sldMkLst>
        <pc:spChg chg="mod">
          <ac:chgData name="Herrel, Brian" userId="88b938c8-9e82-40e1-8563-4045ae5ecb0e" providerId="ADAL" clId="{A6F63642-73D7-4DCE-ACB5-E2A601156782}" dt="2023-02-13T13:53:18.358" v="430" actId="14100"/>
          <ac:spMkLst>
            <pc:docMk/>
            <pc:sldMk cId="3442449962" sldId="437"/>
            <ac:spMk id="2" creationId="{00000000-0000-0000-0000-000000000000}"/>
          </ac:spMkLst>
        </pc:spChg>
        <pc:spChg chg="add del mod">
          <ac:chgData name="Herrel, Brian" userId="88b938c8-9e82-40e1-8563-4045ae5ecb0e" providerId="ADAL" clId="{A6F63642-73D7-4DCE-ACB5-E2A601156782}" dt="2023-02-13T14:25:24.955" v="713" actId="478"/>
          <ac:spMkLst>
            <pc:docMk/>
            <pc:sldMk cId="3442449962" sldId="437"/>
            <ac:spMk id="3" creationId="{A0469D38-44EA-B296-F41E-8A9662CEA387}"/>
          </ac:spMkLst>
        </pc:spChg>
        <pc:spChg chg="mod">
          <ac:chgData name="Herrel, Brian" userId="88b938c8-9e82-40e1-8563-4045ae5ecb0e" providerId="ADAL" clId="{A6F63642-73D7-4DCE-ACB5-E2A601156782}" dt="2023-02-13T13:51:05.994" v="371" actId="21"/>
          <ac:spMkLst>
            <pc:docMk/>
            <pc:sldMk cId="3442449962" sldId="437"/>
            <ac:spMk id="4" creationId="{8654BE1A-EA2B-642B-2B4B-A6A7326F022D}"/>
          </ac:spMkLst>
        </pc:spChg>
        <pc:picChg chg="mod">
          <ac:chgData name="Herrel, Brian" userId="88b938c8-9e82-40e1-8563-4045ae5ecb0e" providerId="ADAL" clId="{A6F63642-73D7-4DCE-ACB5-E2A601156782}" dt="2023-02-13T13:51:22.946" v="374" actId="1076"/>
          <ac:picMkLst>
            <pc:docMk/>
            <pc:sldMk cId="3442449962" sldId="437"/>
            <ac:picMk id="11266" creationId="{00000000-0000-0000-0000-000000000000}"/>
          </ac:picMkLst>
        </pc:picChg>
      </pc:sldChg>
      <pc:sldChg chg="modSp">
        <pc:chgData name="Herrel, Brian" userId="88b938c8-9e82-40e1-8563-4045ae5ecb0e" providerId="ADAL" clId="{A6F63642-73D7-4DCE-ACB5-E2A601156782}" dt="2023-02-13T14:08:46.409" v="626" actId="14100"/>
        <pc:sldMkLst>
          <pc:docMk/>
          <pc:sldMk cId="2542689563" sldId="439"/>
        </pc:sldMkLst>
        <pc:picChg chg="mod">
          <ac:chgData name="Herrel, Brian" userId="88b938c8-9e82-40e1-8563-4045ae5ecb0e" providerId="ADAL" clId="{A6F63642-73D7-4DCE-ACB5-E2A601156782}" dt="2023-02-13T14:08:46.409" v="626" actId="14100"/>
          <ac:picMkLst>
            <pc:docMk/>
            <pc:sldMk cId="2542689563" sldId="439"/>
            <ac:picMk id="7" creationId="{00000000-0000-0000-0000-000000000000}"/>
          </ac:picMkLst>
        </pc:picChg>
      </pc:sldChg>
      <pc:sldChg chg="addSp delSp modSp mod">
        <pc:chgData name="Herrel, Brian" userId="88b938c8-9e82-40e1-8563-4045ae5ecb0e" providerId="ADAL" clId="{A6F63642-73D7-4DCE-ACB5-E2A601156782}" dt="2023-02-13T13:29:48.252" v="205" actId="6549"/>
        <pc:sldMkLst>
          <pc:docMk/>
          <pc:sldMk cId="1957127520" sldId="440"/>
        </pc:sldMkLst>
        <pc:spChg chg="add mod">
          <ac:chgData name="Herrel, Brian" userId="88b938c8-9e82-40e1-8563-4045ae5ecb0e" providerId="ADAL" clId="{A6F63642-73D7-4DCE-ACB5-E2A601156782}" dt="2023-02-13T13:29:48.252" v="205" actId="6549"/>
          <ac:spMkLst>
            <pc:docMk/>
            <pc:sldMk cId="1957127520" sldId="440"/>
            <ac:spMk id="2" creationId="{B5440C7A-15F0-7234-76CB-6A4D3BD0B35C}"/>
          </ac:spMkLst>
        </pc:spChg>
        <pc:spChg chg="mod">
          <ac:chgData name="Herrel, Brian" userId="88b938c8-9e82-40e1-8563-4045ae5ecb0e" providerId="ADAL" clId="{A6F63642-73D7-4DCE-ACB5-E2A601156782}" dt="2023-02-13T13:21:38.834" v="125" actId="6549"/>
          <ac:spMkLst>
            <pc:docMk/>
            <pc:sldMk cId="1957127520" sldId="440"/>
            <ac:spMk id="10" creationId="{D7D5C8EC-F1EF-6146-850F-128719B25F22}"/>
          </ac:spMkLst>
        </pc:spChg>
        <pc:spChg chg="del">
          <ac:chgData name="Herrel, Brian" userId="88b938c8-9e82-40e1-8563-4045ae5ecb0e" providerId="ADAL" clId="{A6F63642-73D7-4DCE-ACB5-E2A601156782}" dt="2023-02-13T13:29:43.787" v="203" actId="478"/>
          <ac:spMkLst>
            <pc:docMk/>
            <pc:sldMk cId="1957127520" sldId="440"/>
            <ac:spMk id="12" creationId="{1688B19B-BA3C-7A74-37BA-7BD940263632}"/>
          </ac:spMkLst>
        </pc:spChg>
      </pc:sldChg>
      <pc:sldChg chg="addSp delSp modSp mod delCm">
        <pc:chgData name="Herrel, Brian" userId="88b938c8-9e82-40e1-8563-4045ae5ecb0e" providerId="ADAL" clId="{A6F63642-73D7-4DCE-ACB5-E2A601156782}" dt="2023-02-13T13:31:40.154" v="234"/>
        <pc:sldMkLst>
          <pc:docMk/>
          <pc:sldMk cId="1202346426" sldId="441"/>
        </pc:sldMkLst>
        <pc:spChg chg="mod">
          <ac:chgData name="Herrel, Brian" userId="88b938c8-9e82-40e1-8563-4045ae5ecb0e" providerId="ADAL" clId="{A6F63642-73D7-4DCE-ACB5-E2A601156782}" dt="2023-02-13T13:31:05.745" v="222" actId="20577"/>
          <ac:spMkLst>
            <pc:docMk/>
            <pc:sldMk cId="1202346426" sldId="441"/>
            <ac:spMk id="10" creationId="{D7D5C8EC-F1EF-6146-850F-128719B25F22}"/>
          </ac:spMkLst>
        </pc:spChg>
        <pc:picChg chg="add del mod ord">
          <ac:chgData name="Herrel, Brian" userId="88b938c8-9e82-40e1-8563-4045ae5ecb0e" providerId="ADAL" clId="{A6F63642-73D7-4DCE-ACB5-E2A601156782}" dt="2023-02-13T13:23:40.110" v="134" actId="478"/>
          <ac:picMkLst>
            <pc:docMk/>
            <pc:sldMk cId="1202346426" sldId="441"/>
            <ac:picMk id="2" creationId="{6DA9900C-8C7D-FC4A-C578-8A0C906D324B}"/>
          </ac:picMkLst>
        </pc:picChg>
        <pc:picChg chg="mod ord">
          <ac:chgData name="Herrel, Brian" userId="88b938c8-9e82-40e1-8563-4045ae5ecb0e" providerId="ADAL" clId="{A6F63642-73D7-4DCE-ACB5-E2A601156782}" dt="2023-02-13T13:23:38.317" v="133" actId="167"/>
          <ac:picMkLst>
            <pc:docMk/>
            <pc:sldMk cId="1202346426" sldId="441"/>
            <ac:picMk id="6" creationId="{00000000-0000-0000-0000-000000000000}"/>
          </ac:picMkLst>
        </pc:picChg>
      </pc:sldChg>
      <pc:sldChg chg="addSp delSp modSp mod">
        <pc:chgData name="Herrel, Brian" userId="88b938c8-9e82-40e1-8563-4045ae5ecb0e" providerId="ADAL" clId="{A6F63642-73D7-4DCE-ACB5-E2A601156782}" dt="2023-02-13T13:31:31.953" v="233" actId="6549"/>
        <pc:sldMkLst>
          <pc:docMk/>
          <pc:sldMk cId="350266374" sldId="442"/>
        </pc:sldMkLst>
        <pc:spChg chg="mod">
          <ac:chgData name="Herrel, Brian" userId="88b938c8-9e82-40e1-8563-4045ae5ecb0e" providerId="ADAL" clId="{A6F63642-73D7-4DCE-ACB5-E2A601156782}" dt="2023-02-13T13:31:31.953" v="233" actId="6549"/>
          <ac:spMkLst>
            <pc:docMk/>
            <pc:sldMk cId="350266374" sldId="442"/>
            <ac:spMk id="10" creationId="{D7D5C8EC-F1EF-6146-850F-128719B25F22}"/>
          </ac:spMkLst>
        </pc:spChg>
        <pc:picChg chg="add del mod ord">
          <ac:chgData name="Herrel, Brian" userId="88b938c8-9e82-40e1-8563-4045ae5ecb0e" providerId="ADAL" clId="{A6F63642-73D7-4DCE-ACB5-E2A601156782}" dt="2023-02-13T13:24:19.256" v="140" actId="478"/>
          <ac:picMkLst>
            <pc:docMk/>
            <pc:sldMk cId="350266374" sldId="442"/>
            <ac:picMk id="2" creationId="{6C967F92-9D6E-3EBA-D3AC-06257D5DAC41}"/>
          </ac:picMkLst>
        </pc:picChg>
        <pc:picChg chg="mod ord">
          <ac:chgData name="Herrel, Brian" userId="88b938c8-9e82-40e1-8563-4045ae5ecb0e" providerId="ADAL" clId="{A6F63642-73D7-4DCE-ACB5-E2A601156782}" dt="2023-02-13T13:24:17.677" v="139" actId="167"/>
          <ac:picMkLst>
            <pc:docMk/>
            <pc:sldMk cId="350266374" sldId="442"/>
            <ac:picMk id="6" creationId="{00000000-0000-0000-0000-000000000000}"/>
          </ac:picMkLst>
        </pc:picChg>
      </pc:sldChg>
      <pc:sldChg chg="addSp delSp modSp mod">
        <pc:chgData name="Herrel, Brian" userId="88b938c8-9e82-40e1-8563-4045ae5ecb0e" providerId="ADAL" clId="{A6F63642-73D7-4DCE-ACB5-E2A601156782}" dt="2023-02-13T13:31:48.783" v="235" actId="6549"/>
        <pc:sldMkLst>
          <pc:docMk/>
          <pc:sldMk cId="2797013834" sldId="443"/>
        </pc:sldMkLst>
        <pc:spChg chg="mod">
          <ac:chgData name="Herrel, Brian" userId="88b938c8-9e82-40e1-8563-4045ae5ecb0e" providerId="ADAL" clId="{A6F63642-73D7-4DCE-ACB5-E2A601156782}" dt="2023-02-13T13:31:48.783" v="235" actId="6549"/>
          <ac:spMkLst>
            <pc:docMk/>
            <pc:sldMk cId="2797013834" sldId="443"/>
            <ac:spMk id="10" creationId="{D7D5C8EC-F1EF-6146-850F-128719B25F22}"/>
          </ac:spMkLst>
        </pc:spChg>
        <pc:picChg chg="add del mod">
          <ac:chgData name="Herrel, Brian" userId="88b938c8-9e82-40e1-8563-4045ae5ecb0e" providerId="ADAL" clId="{A6F63642-73D7-4DCE-ACB5-E2A601156782}" dt="2023-02-13T13:25:26.685" v="152" actId="478"/>
          <ac:picMkLst>
            <pc:docMk/>
            <pc:sldMk cId="2797013834" sldId="443"/>
            <ac:picMk id="2" creationId="{609C752C-741B-8321-7E29-65BA64854D23}"/>
          </ac:picMkLst>
        </pc:picChg>
        <pc:picChg chg="mod">
          <ac:chgData name="Herrel, Brian" userId="88b938c8-9e82-40e1-8563-4045ae5ecb0e" providerId="ADAL" clId="{A6F63642-73D7-4DCE-ACB5-E2A601156782}" dt="2023-02-13T13:25:25.185" v="151" actId="14100"/>
          <ac:picMkLst>
            <pc:docMk/>
            <pc:sldMk cId="2797013834" sldId="443"/>
            <ac:picMk id="6" creationId="{00000000-0000-0000-0000-000000000000}"/>
          </ac:picMkLst>
        </pc:picChg>
      </pc:sldChg>
      <pc:sldChg chg="addSp delSp modSp del mod">
        <pc:chgData name="Herrel, Brian" userId="88b938c8-9e82-40e1-8563-4045ae5ecb0e" providerId="ADAL" clId="{A6F63642-73D7-4DCE-ACB5-E2A601156782}" dt="2023-02-13T13:39:39.065" v="284" actId="47"/>
        <pc:sldMkLst>
          <pc:docMk/>
          <pc:sldMk cId="2490262350" sldId="444"/>
        </pc:sldMkLst>
        <pc:spChg chg="mod">
          <ac:chgData name="Herrel, Brian" userId="88b938c8-9e82-40e1-8563-4045ae5ecb0e" providerId="ADAL" clId="{A6F63642-73D7-4DCE-ACB5-E2A601156782}" dt="2023-02-13T13:32:07.304" v="250" actId="20577"/>
          <ac:spMkLst>
            <pc:docMk/>
            <pc:sldMk cId="2490262350" sldId="444"/>
            <ac:spMk id="10" creationId="{D7D5C8EC-F1EF-6146-850F-128719B25F22}"/>
          </ac:spMkLst>
        </pc:spChg>
        <pc:picChg chg="add del mod">
          <ac:chgData name="Herrel, Brian" userId="88b938c8-9e82-40e1-8563-4045ae5ecb0e" providerId="ADAL" clId="{A6F63642-73D7-4DCE-ACB5-E2A601156782}" dt="2023-02-13T13:26:13.264" v="158" actId="478"/>
          <ac:picMkLst>
            <pc:docMk/>
            <pc:sldMk cId="2490262350" sldId="444"/>
            <ac:picMk id="2" creationId="{442BA281-369E-4FEC-03A0-9C1F2AA4534C}"/>
          </ac:picMkLst>
        </pc:picChg>
        <pc:picChg chg="mod">
          <ac:chgData name="Herrel, Brian" userId="88b938c8-9e82-40e1-8563-4045ae5ecb0e" providerId="ADAL" clId="{A6F63642-73D7-4DCE-ACB5-E2A601156782}" dt="2023-02-13T13:26:11.715" v="157" actId="14100"/>
          <ac:picMkLst>
            <pc:docMk/>
            <pc:sldMk cId="2490262350" sldId="444"/>
            <ac:picMk id="6" creationId="{00000000-0000-0000-0000-000000000000}"/>
          </ac:picMkLst>
        </pc:picChg>
      </pc:sldChg>
      <pc:sldChg chg="addSp delSp modSp mod delCm">
        <pc:chgData name="Herrel, Brian" userId="88b938c8-9e82-40e1-8563-4045ae5ecb0e" providerId="ADAL" clId="{A6F63642-73D7-4DCE-ACB5-E2A601156782}" dt="2023-02-13T13:53:13.925" v="429" actId="14100"/>
        <pc:sldMkLst>
          <pc:docMk/>
          <pc:sldMk cId="3951753450" sldId="445"/>
        </pc:sldMkLst>
        <pc:spChg chg="del mod">
          <ac:chgData name="Herrel, Brian" userId="88b938c8-9e82-40e1-8563-4045ae5ecb0e" providerId="ADAL" clId="{A6F63642-73D7-4DCE-ACB5-E2A601156782}" dt="2023-02-13T13:52:11.625" v="417"/>
          <ac:spMkLst>
            <pc:docMk/>
            <pc:sldMk cId="3951753450" sldId="445"/>
            <ac:spMk id="2" creationId="{00000000-0000-0000-0000-000000000000}"/>
          </ac:spMkLst>
        </pc:spChg>
        <pc:spChg chg="mod">
          <ac:chgData name="Herrel, Brian" userId="88b938c8-9e82-40e1-8563-4045ae5ecb0e" providerId="ADAL" clId="{A6F63642-73D7-4DCE-ACB5-E2A601156782}" dt="2023-02-13T13:53:13.925" v="429" actId="14100"/>
          <ac:spMkLst>
            <pc:docMk/>
            <pc:sldMk cId="3951753450" sldId="445"/>
            <ac:spMk id="7" creationId="{00000000-0000-0000-0000-000000000000}"/>
          </ac:spMkLst>
        </pc:spChg>
        <pc:picChg chg="add del mod">
          <ac:chgData name="Herrel, Brian" userId="88b938c8-9e82-40e1-8563-4045ae5ecb0e" providerId="ADAL" clId="{A6F63642-73D7-4DCE-ACB5-E2A601156782}" dt="2023-02-13T13:52:11.618" v="415" actId="478"/>
          <ac:picMkLst>
            <pc:docMk/>
            <pc:sldMk cId="3951753450" sldId="445"/>
            <ac:picMk id="3" creationId="{074CC520-068C-490F-3FA6-5A625117D104}"/>
          </ac:picMkLst>
        </pc:picChg>
        <pc:picChg chg="mod">
          <ac:chgData name="Herrel, Brian" userId="88b938c8-9e82-40e1-8563-4045ae5ecb0e" providerId="ADAL" clId="{A6F63642-73D7-4DCE-ACB5-E2A601156782}" dt="2023-02-13T13:52:09.450" v="414" actId="1036"/>
          <ac:picMkLst>
            <pc:docMk/>
            <pc:sldMk cId="3951753450" sldId="445"/>
            <ac:picMk id="11266" creationId="{00000000-0000-0000-0000-000000000000}"/>
          </ac:picMkLst>
        </pc:picChg>
      </pc:sldChg>
      <pc:sldChg chg="del">
        <pc:chgData name="Herrel, Brian" userId="88b938c8-9e82-40e1-8563-4045ae5ecb0e" providerId="ADAL" clId="{A6F63642-73D7-4DCE-ACB5-E2A601156782}" dt="2023-02-13T13:52:54.511" v="426" actId="47"/>
        <pc:sldMkLst>
          <pc:docMk/>
          <pc:sldMk cId="2214292278" sldId="446"/>
        </pc:sldMkLst>
      </pc:sldChg>
      <pc:sldChg chg="addSp delSp modSp mod">
        <pc:chgData name="Herrel, Brian" userId="88b938c8-9e82-40e1-8563-4045ae5ecb0e" providerId="ADAL" clId="{A6F63642-73D7-4DCE-ACB5-E2A601156782}" dt="2023-02-13T14:09:11.603" v="633" actId="120"/>
        <pc:sldMkLst>
          <pc:docMk/>
          <pc:sldMk cId="1500358202" sldId="448"/>
        </pc:sldMkLst>
        <pc:spChg chg="mod">
          <ac:chgData name="Herrel, Brian" userId="88b938c8-9e82-40e1-8563-4045ae5ecb0e" providerId="ADAL" clId="{A6F63642-73D7-4DCE-ACB5-E2A601156782}" dt="2023-02-13T14:09:11.603" v="633" actId="120"/>
          <ac:spMkLst>
            <pc:docMk/>
            <pc:sldMk cId="1500358202" sldId="448"/>
            <ac:spMk id="3" creationId="{901DEFB8-E3CC-2681-C7F5-6BC61BDA05A0}"/>
          </ac:spMkLst>
        </pc:spChg>
        <pc:picChg chg="add mod">
          <ac:chgData name="Herrel, Brian" userId="88b938c8-9e82-40e1-8563-4045ae5ecb0e" providerId="ADAL" clId="{A6F63642-73D7-4DCE-ACB5-E2A601156782}" dt="2023-02-13T14:08:51.277" v="628"/>
          <ac:picMkLst>
            <pc:docMk/>
            <pc:sldMk cId="1500358202" sldId="448"/>
            <ac:picMk id="4" creationId="{7BAAB2C2-6454-619C-FF05-6EB8EE6DFD7D}"/>
          </ac:picMkLst>
        </pc:picChg>
        <pc:picChg chg="del">
          <ac:chgData name="Herrel, Brian" userId="88b938c8-9e82-40e1-8563-4045ae5ecb0e" providerId="ADAL" clId="{A6F63642-73D7-4DCE-ACB5-E2A601156782}" dt="2023-02-13T14:08:50.493" v="627" actId="478"/>
          <ac:picMkLst>
            <pc:docMk/>
            <pc:sldMk cId="1500358202" sldId="448"/>
            <ac:picMk id="9" creationId="{00000000-0000-0000-0000-000000000000}"/>
          </ac:picMkLst>
        </pc:picChg>
      </pc:sldChg>
      <pc:sldChg chg="addSp delSp modSp">
        <pc:chgData name="Herrel, Brian" userId="88b938c8-9e82-40e1-8563-4045ae5ecb0e" providerId="ADAL" clId="{A6F63642-73D7-4DCE-ACB5-E2A601156782}" dt="2023-02-13T14:09:22.222" v="635"/>
        <pc:sldMkLst>
          <pc:docMk/>
          <pc:sldMk cId="1563061197" sldId="451"/>
        </pc:sldMkLst>
        <pc:spChg chg="mod">
          <ac:chgData name="Herrel, Brian" userId="88b938c8-9e82-40e1-8563-4045ae5ecb0e" providerId="ADAL" clId="{A6F63642-73D7-4DCE-ACB5-E2A601156782}" dt="2023-02-13T14:06:05.614" v="603" actId="20577"/>
          <ac:spMkLst>
            <pc:docMk/>
            <pc:sldMk cId="1563061197" sldId="451"/>
            <ac:spMk id="3" creationId="{901DEFB8-E3CC-2681-C7F5-6BC61BDA05A0}"/>
          </ac:spMkLst>
        </pc:spChg>
        <pc:picChg chg="add mod">
          <ac:chgData name="Herrel, Brian" userId="88b938c8-9e82-40e1-8563-4045ae5ecb0e" providerId="ADAL" clId="{A6F63642-73D7-4DCE-ACB5-E2A601156782}" dt="2023-02-13T14:09:22.222" v="635"/>
          <ac:picMkLst>
            <pc:docMk/>
            <pc:sldMk cId="1563061197" sldId="451"/>
            <ac:picMk id="2" creationId="{70F56FA0-A03A-D243-AFF5-3996E2A4BB08}"/>
          </ac:picMkLst>
        </pc:picChg>
        <pc:picChg chg="del">
          <ac:chgData name="Herrel, Brian" userId="88b938c8-9e82-40e1-8563-4045ae5ecb0e" providerId="ADAL" clId="{A6F63642-73D7-4DCE-ACB5-E2A601156782}" dt="2023-02-13T14:09:21.200" v="634" actId="478"/>
          <ac:picMkLst>
            <pc:docMk/>
            <pc:sldMk cId="1563061197" sldId="451"/>
            <ac:picMk id="9" creationId="{00000000-0000-0000-0000-000000000000}"/>
          </ac:picMkLst>
        </pc:picChg>
      </pc:sldChg>
      <pc:sldChg chg="addSp delSp modSp mod">
        <pc:chgData name="Herrel, Brian" userId="88b938c8-9e82-40e1-8563-4045ae5ecb0e" providerId="ADAL" clId="{A6F63642-73D7-4DCE-ACB5-E2A601156782}" dt="2023-02-13T14:11:17.714" v="646" actId="1076"/>
        <pc:sldMkLst>
          <pc:docMk/>
          <pc:sldMk cId="219579044" sldId="452"/>
        </pc:sldMkLst>
        <pc:spChg chg="mod">
          <ac:chgData name="Herrel, Brian" userId="88b938c8-9e82-40e1-8563-4045ae5ecb0e" providerId="ADAL" clId="{A6F63642-73D7-4DCE-ACB5-E2A601156782}" dt="2023-02-13T14:11:01.288" v="644" actId="14100"/>
          <ac:spMkLst>
            <pc:docMk/>
            <pc:sldMk cId="219579044" sldId="452"/>
            <ac:spMk id="2" creationId="{00000000-0000-0000-0000-000000000000}"/>
          </ac:spMkLst>
        </pc:spChg>
        <pc:spChg chg="mod">
          <ac:chgData name="Herrel, Brian" userId="88b938c8-9e82-40e1-8563-4045ae5ecb0e" providerId="ADAL" clId="{A6F63642-73D7-4DCE-ACB5-E2A601156782}" dt="2023-02-13T14:11:17.714" v="646" actId="1076"/>
          <ac:spMkLst>
            <pc:docMk/>
            <pc:sldMk cId="219579044" sldId="452"/>
            <ac:spMk id="3" creationId="{901DEFB8-E3CC-2681-C7F5-6BC61BDA05A0}"/>
          </ac:spMkLst>
        </pc:spChg>
        <pc:picChg chg="add mod">
          <ac:chgData name="Herrel, Brian" userId="88b938c8-9e82-40e1-8563-4045ae5ecb0e" providerId="ADAL" clId="{A6F63642-73D7-4DCE-ACB5-E2A601156782}" dt="2023-02-13T14:09:25.582" v="637"/>
          <ac:picMkLst>
            <pc:docMk/>
            <pc:sldMk cId="219579044" sldId="452"/>
            <ac:picMk id="4" creationId="{8C2191B1-231B-E561-409F-A7C0108EC807}"/>
          </ac:picMkLst>
        </pc:picChg>
        <pc:picChg chg="del">
          <ac:chgData name="Herrel, Brian" userId="88b938c8-9e82-40e1-8563-4045ae5ecb0e" providerId="ADAL" clId="{A6F63642-73D7-4DCE-ACB5-E2A601156782}" dt="2023-02-13T14:09:24.534" v="636" actId="478"/>
          <ac:picMkLst>
            <pc:docMk/>
            <pc:sldMk cId="219579044" sldId="452"/>
            <ac:picMk id="9" creationId="{00000000-0000-0000-0000-000000000000}"/>
          </ac:picMkLst>
        </pc:picChg>
      </pc:sldChg>
      <pc:sldChg chg="modSp mod">
        <pc:chgData name="Herrel, Brian" userId="88b938c8-9e82-40e1-8563-4045ae5ecb0e" providerId="ADAL" clId="{A6F63642-73D7-4DCE-ACB5-E2A601156782}" dt="2023-02-13T13:19:30.197" v="110" actId="6549"/>
        <pc:sldMkLst>
          <pc:docMk/>
          <pc:sldMk cId="2768128216" sldId="455"/>
        </pc:sldMkLst>
        <pc:spChg chg="mod">
          <ac:chgData name="Herrel, Brian" userId="88b938c8-9e82-40e1-8563-4045ae5ecb0e" providerId="ADAL" clId="{A6F63642-73D7-4DCE-ACB5-E2A601156782}" dt="2023-02-13T13:19:30.197" v="110" actId="6549"/>
          <ac:spMkLst>
            <pc:docMk/>
            <pc:sldMk cId="2768128216" sldId="455"/>
            <ac:spMk id="10" creationId="{D7D5C8EC-F1EF-6146-850F-128719B25F22}"/>
          </ac:spMkLst>
        </pc:spChg>
      </pc:sldChg>
      <pc:sldChg chg="modSp mod">
        <pc:chgData name="Herrel, Brian" userId="88b938c8-9e82-40e1-8563-4045ae5ecb0e" providerId="ADAL" clId="{A6F63642-73D7-4DCE-ACB5-E2A601156782}" dt="2023-02-13T13:20:00.034" v="115" actId="6549"/>
        <pc:sldMkLst>
          <pc:docMk/>
          <pc:sldMk cId="2131197016" sldId="456"/>
        </pc:sldMkLst>
        <pc:spChg chg="mod">
          <ac:chgData name="Herrel, Brian" userId="88b938c8-9e82-40e1-8563-4045ae5ecb0e" providerId="ADAL" clId="{A6F63642-73D7-4DCE-ACB5-E2A601156782}" dt="2023-02-13T13:20:00.034" v="115" actId="6549"/>
          <ac:spMkLst>
            <pc:docMk/>
            <pc:sldMk cId="2131197016" sldId="456"/>
            <ac:spMk id="10" creationId="{D7D5C8EC-F1EF-6146-850F-128719B25F22}"/>
          </ac:spMkLst>
        </pc:spChg>
      </pc:sldChg>
      <pc:sldChg chg="modSp mod">
        <pc:chgData name="Herrel, Brian" userId="88b938c8-9e82-40e1-8563-4045ae5ecb0e" providerId="ADAL" clId="{A6F63642-73D7-4DCE-ACB5-E2A601156782}" dt="2023-02-13T13:20:56.827" v="123" actId="6549"/>
        <pc:sldMkLst>
          <pc:docMk/>
          <pc:sldMk cId="2012564682" sldId="457"/>
        </pc:sldMkLst>
        <pc:spChg chg="mod">
          <ac:chgData name="Herrel, Brian" userId="88b938c8-9e82-40e1-8563-4045ae5ecb0e" providerId="ADAL" clId="{A6F63642-73D7-4DCE-ACB5-E2A601156782}" dt="2023-02-13T13:20:56.827" v="123" actId="6549"/>
          <ac:spMkLst>
            <pc:docMk/>
            <pc:sldMk cId="2012564682" sldId="457"/>
            <ac:spMk id="10" creationId="{D7D5C8EC-F1EF-6146-850F-128719B25F22}"/>
          </ac:spMkLst>
        </pc:spChg>
      </pc:sldChg>
      <pc:sldChg chg="modSp mod">
        <pc:chgData name="Herrel, Brian" userId="88b938c8-9e82-40e1-8563-4045ae5ecb0e" providerId="ADAL" clId="{A6F63642-73D7-4DCE-ACB5-E2A601156782}" dt="2023-02-13T13:29:38.780" v="202" actId="1076"/>
        <pc:sldMkLst>
          <pc:docMk/>
          <pc:sldMk cId="1274603283" sldId="458"/>
        </pc:sldMkLst>
        <pc:spChg chg="mod">
          <ac:chgData name="Herrel, Brian" userId="88b938c8-9e82-40e1-8563-4045ae5ecb0e" providerId="ADAL" clId="{A6F63642-73D7-4DCE-ACB5-E2A601156782}" dt="2023-02-13T13:21:44.233" v="127" actId="6549"/>
          <ac:spMkLst>
            <pc:docMk/>
            <pc:sldMk cId="1274603283" sldId="458"/>
            <ac:spMk id="10" creationId="{D7D5C8EC-F1EF-6146-850F-128719B25F22}"/>
          </ac:spMkLst>
        </pc:spChg>
        <pc:spChg chg="mod">
          <ac:chgData name="Herrel, Brian" userId="88b938c8-9e82-40e1-8563-4045ae5ecb0e" providerId="ADAL" clId="{A6F63642-73D7-4DCE-ACB5-E2A601156782}" dt="2023-02-13T13:29:38.780" v="202" actId="1076"/>
          <ac:spMkLst>
            <pc:docMk/>
            <pc:sldMk cId="1274603283" sldId="458"/>
            <ac:spMk id="12" creationId="{1688B19B-BA3C-7A74-37BA-7BD940263632}"/>
          </ac:spMkLst>
        </pc:spChg>
      </pc:sldChg>
      <pc:sldChg chg="addSp delSp modSp del mod delCm">
        <pc:chgData name="Herrel, Brian" userId="88b938c8-9e82-40e1-8563-4045ae5ecb0e" providerId="ADAL" clId="{A6F63642-73D7-4DCE-ACB5-E2A601156782}" dt="2023-02-13T13:44:03.062" v="357" actId="47"/>
        <pc:sldMkLst>
          <pc:docMk/>
          <pc:sldMk cId="3958173513" sldId="461"/>
        </pc:sldMkLst>
        <pc:spChg chg="del">
          <ac:chgData name="Herrel, Brian" userId="88b938c8-9e82-40e1-8563-4045ae5ecb0e" providerId="ADAL" clId="{A6F63642-73D7-4DCE-ACB5-E2A601156782}" dt="2023-02-13T13:43:41.464" v="356" actId="478"/>
          <ac:spMkLst>
            <pc:docMk/>
            <pc:sldMk cId="3958173513" sldId="461"/>
            <ac:spMk id="5" creationId="{00000000-0000-0000-0000-000000000000}"/>
          </ac:spMkLst>
        </pc:spChg>
        <pc:spChg chg="mod">
          <ac:chgData name="Herrel, Brian" userId="88b938c8-9e82-40e1-8563-4045ae5ecb0e" providerId="ADAL" clId="{A6F63642-73D7-4DCE-ACB5-E2A601156782}" dt="2023-02-13T13:43:24.269" v="353" actId="207"/>
          <ac:spMkLst>
            <pc:docMk/>
            <pc:sldMk cId="3958173513" sldId="461"/>
            <ac:spMk id="10" creationId="{D7D5C8EC-F1EF-6146-850F-128719B25F22}"/>
          </ac:spMkLst>
        </pc:spChg>
        <pc:picChg chg="add mod">
          <ac:chgData name="Herrel, Brian" userId="88b938c8-9e82-40e1-8563-4045ae5ecb0e" providerId="ADAL" clId="{A6F63642-73D7-4DCE-ACB5-E2A601156782}" dt="2023-02-13T13:27:55.166" v="182"/>
          <ac:picMkLst>
            <pc:docMk/>
            <pc:sldMk cId="3958173513" sldId="461"/>
            <ac:picMk id="2" creationId="{33032A14-EDBB-03DE-0A23-3F0B351C5283}"/>
          </ac:picMkLst>
        </pc:picChg>
        <pc:picChg chg="del">
          <ac:chgData name="Herrel, Brian" userId="88b938c8-9e82-40e1-8563-4045ae5ecb0e" providerId="ADAL" clId="{A6F63642-73D7-4DCE-ACB5-E2A601156782}" dt="2023-02-13T13:27:54.300" v="181" actId="478"/>
          <ac:picMkLst>
            <pc:docMk/>
            <pc:sldMk cId="3958173513" sldId="461"/>
            <ac:picMk id="6" creationId="{00000000-0000-0000-0000-000000000000}"/>
          </ac:picMkLst>
        </pc:picChg>
        <pc:picChg chg="del">
          <ac:chgData name="Herrel, Brian" userId="88b938c8-9e82-40e1-8563-4045ae5ecb0e" providerId="ADAL" clId="{A6F63642-73D7-4DCE-ACB5-E2A601156782}" dt="2023-02-13T13:43:39.630" v="355" actId="478"/>
          <ac:picMkLst>
            <pc:docMk/>
            <pc:sldMk cId="3958173513" sldId="461"/>
            <ac:picMk id="13" creationId="{06560E7E-8784-367D-9099-C879E425C895}"/>
          </ac:picMkLst>
        </pc:picChg>
      </pc:sldChg>
      <pc:sldChg chg="addSp delSp modSp del mod">
        <pc:chgData name="Herrel, Brian" userId="88b938c8-9e82-40e1-8563-4045ae5ecb0e" providerId="ADAL" clId="{A6F63642-73D7-4DCE-ACB5-E2A601156782}" dt="2023-02-13T14:22:03.639" v="683" actId="47"/>
        <pc:sldMkLst>
          <pc:docMk/>
          <pc:sldMk cId="3277921968" sldId="462"/>
        </pc:sldMkLst>
        <pc:spChg chg="del">
          <ac:chgData name="Herrel, Brian" userId="88b938c8-9e82-40e1-8563-4045ae5ecb0e" providerId="ADAL" clId="{A6F63642-73D7-4DCE-ACB5-E2A601156782}" dt="2023-02-13T14:22:01.448" v="682" actId="478"/>
          <ac:spMkLst>
            <pc:docMk/>
            <pc:sldMk cId="3277921968" sldId="462"/>
            <ac:spMk id="15" creationId="{1688B19B-BA3C-7A74-37BA-7BD940263632}"/>
          </ac:spMkLst>
        </pc:spChg>
        <pc:picChg chg="add mod">
          <ac:chgData name="Herrel, Brian" userId="88b938c8-9e82-40e1-8563-4045ae5ecb0e" providerId="ADAL" clId="{A6F63642-73D7-4DCE-ACB5-E2A601156782}" dt="2023-02-13T13:28:12.188" v="190"/>
          <ac:picMkLst>
            <pc:docMk/>
            <pc:sldMk cId="3277921968" sldId="462"/>
            <ac:picMk id="2" creationId="{8626A76E-B562-CC15-A763-8696A073919D}"/>
          </ac:picMkLst>
        </pc:picChg>
        <pc:picChg chg="add mod">
          <ac:chgData name="Herrel, Brian" userId="88b938c8-9e82-40e1-8563-4045ae5ecb0e" providerId="ADAL" clId="{A6F63642-73D7-4DCE-ACB5-E2A601156782}" dt="2023-02-13T13:35:03.638" v="276"/>
          <ac:picMkLst>
            <pc:docMk/>
            <pc:sldMk cId="3277921968" sldId="462"/>
            <ac:picMk id="3" creationId="{D0AB87A3-4781-B181-FBEE-CA0028FE3A90}"/>
          </ac:picMkLst>
        </pc:picChg>
        <pc:picChg chg="del">
          <ac:chgData name="Herrel, Brian" userId="88b938c8-9e82-40e1-8563-4045ae5ecb0e" providerId="ADAL" clId="{A6F63642-73D7-4DCE-ACB5-E2A601156782}" dt="2023-02-13T13:28:11.332" v="189" actId="478"/>
          <ac:picMkLst>
            <pc:docMk/>
            <pc:sldMk cId="3277921968" sldId="462"/>
            <ac:picMk id="8" creationId="{00000000-0000-0000-0000-000000000000}"/>
          </ac:picMkLst>
        </pc:picChg>
        <pc:picChg chg="del">
          <ac:chgData name="Herrel, Brian" userId="88b938c8-9e82-40e1-8563-4045ae5ecb0e" providerId="ADAL" clId="{A6F63642-73D7-4DCE-ACB5-E2A601156782}" dt="2023-02-13T13:35:01.419" v="275" actId="478"/>
          <ac:picMkLst>
            <pc:docMk/>
            <pc:sldMk cId="3277921968" sldId="462"/>
            <ac:picMk id="13" creationId="{22CBD024-8D8C-51A4-DB70-C9D53F705A82}"/>
          </ac:picMkLst>
        </pc:picChg>
      </pc:sldChg>
      <pc:sldChg chg="addSp delSp modSp del mod">
        <pc:chgData name="Herrel, Brian" userId="88b938c8-9e82-40e1-8563-4045ae5ecb0e" providerId="ADAL" clId="{A6F63642-73D7-4DCE-ACB5-E2A601156782}" dt="2023-02-13T13:46:18.323" v="366" actId="47"/>
        <pc:sldMkLst>
          <pc:docMk/>
          <pc:sldMk cId="1438802699" sldId="463"/>
        </pc:sldMkLst>
        <pc:picChg chg="add mod">
          <ac:chgData name="Herrel, Brian" userId="88b938c8-9e82-40e1-8563-4045ae5ecb0e" providerId="ADAL" clId="{A6F63642-73D7-4DCE-ACB5-E2A601156782}" dt="2023-02-13T13:28:18.841" v="194"/>
          <ac:picMkLst>
            <pc:docMk/>
            <pc:sldMk cId="1438802699" sldId="463"/>
            <ac:picMk id="3" creationId="{DEA205A3-9264-237A-F8E7-FE499DE4BF4F}"/>
          </ac:picMkLst>
        </pc:picChg>
        <pc:picChg chg="del">
          <ac:chgData name="Herrel, Brian" userId="88b938c8-9e82-40e1-8563-4045ae5ecb0e" providerId="ADAL" clId="{A6F63642-73D7-4DCE-ACB5-E2A601156782}" dt="2023-02-13T13:28:17.858" v="193" actId="478"/>
          <ac:picMkLst>
            <pc:docMk/>
            <pc:sldMk cId="1438802699" sldId="463"/>
            <ac:picMk id="10" creationId="{00000000-0000-0000-0000-000000000000}"/>
          </ac:picMkLst>
        </pc:picChg>
      </pc:sldChg>
      <pc:sldChg chg="modSp mod">
        <pc:chgData name="Herrel, Brian" userId="88b938c8-9e82-40e1-8563-4045ae5ecb0e" providerId="ADAL" clId="{A6F63642-73D7-4DCE-ACB5-E2A601156782}" dt="2023-02-13T13:28:27.909" v="195" actId="20577"/>
        <pc:sldMkLst>
          <pc:docMk/>
          <pc:sldMk cId="414982538" sldId="464"/>
        </pc:sldMkLst>
        <pc:spChg chg="mod">
          <ac:chgData name="Herrel, Brian" userId="88b938c8-9e82-40e1-8563-4045ae5ecb0e" providerId="ADAL" clId="{A6F63642-73D7-4DCE-ACB5-E2A601156782}" dt="2023-02-13T13:28:27.909" v="195" actId="20577"/>
          <ac:spMkLst>
            <pc:docMk/>
            <pc:sldMk cId="414982538" sldId="464"/>
            <ac:spMk id="8" creationId="{00000000-0000-0000-0000-000000000000}"/>
          </ac:spMkLst>
        </pc:spChg>
      </pc:sldChg>
      <pc:sldChg chg="addSp delSp modSp mod">
        <pc:chgData name="Herrel, Brian" userId="88b938c8-9e82-40e1-8563-4045ae5ecb0e" providerId="ADAL" clId="{A6F63642-73D7-4DCE-ACB5-E2A601156782}" dt="2023-02-13T13:36:48.582" v="281"/>
        <pc:sldMkLst>
          <pc:docMk/>
          <pc:sldMk cId="2493345041" sldId="469"/>
        </pc:sldMkLst>
        <pc:picChg chg="add mod">
          <ac:chgData name="Herrel, Brian" userId="88b938c8-9e82-40e1-8563-4045ae5ecb0e" providerId="ADAL" clId="{A6F63642-73D7-4DCE-ACB5-E2A601156782}" dt="2023-02-13T13:36:48.582" v="281"/>
          <ac:picMkLst>
            <pc:docMk/>
            <pc:sldMk cId="2493345041" sldId="469"/>
            <ac:picMk id="2" creationId="{5FE1CC12-73BB-1A52-DD84-E16C757897C4}"/>
          </ac:picMkLst>
        </pc:picChg>
        <pc:picChg chg="del">
          <ac:chgData name="Herrel, Brian" userId="88b938c8-9e82-40e1-8563-4045ae5ecb0e" providerId="ADAL" clId="{A6F63642-73D7-4DCE-ACB5-E2A601156782}" dt="2023-02-13T13:36:47.492" v="280" actId="478"/>
          <ac:picMkLst>
            <pc:docMk/>
            <pc:sldMk cId="2493345041" sldId="469"/>
            <ac:picMk id="16" creationId="{22CBD024-8D8C-51A4-DB70-C9D53F705A82}"/>
          </ac:picMkLst>
        </pc:picChg>
      </pc:sldChg>
      <pc:sldChg chg="addSp delSp modSp mod">
        <pc:chgData name="Herrel, Brian" userId="88b938c8-9e82-40e1-8563-4045ae5ecb0e" providerId="ADAL" clId="{A6F63642-73D7-4DCE-ACB5-E2A601156782}" dt="2023-02-13T14:00:10.956" v="598" actId="207"/>
        <pc:sldMkLst>
          <pc:docMk/>
          <pc:sldMk cId="2096829317" sldId="472"/>
        </pc:sldMkLst>
        <pc:spChg chg="add mod">
          <ac:chgData name="Herrel, Brian" userId="88b938c8-9e82-40e1-8563-4045ae5ecb0e" providerId="ADAL" clId="{A6F63642-73D7-4DCE-ACB5-E2A601156782}" dt="2023-02-13T14:00:10.956" v="598" actId="207"/>
          <ac:spMkLst>
            <pc:docMk/>
            <pc:sldMk cId="2096829317" sldId="472"/>
            <ac:spMk id="6" creationId="{D17C4006-E5A4-2BCA-62A1-24C9F9172B8C}"/>
          </ac:spMkLst>
        </pc:spChg>
        <pc:spChg chg="del">
          <ac:chgData name="Herrel, Brian" userId="88b938c8-9e82-40e1-8563-4045ae5ecb0e" providerId="ADAL" clId="{A6F63642-73D7-4DCE-ACB5-E2A601156782}" dt="2023-02-13T13:57:43.668" v="493" actId="478"/>
          <ac:spMkLst>
            <pc:docMk/>
            <pc:sldMk cId="2096829317" sldId="472"/>
            <ac:spMk id="11" creationId="{1688B19B-BA3C-7A74-37BA-7BD940263632}"/>
          </ac:spMkLst>
        </pc:spChg>
        <pc:spChg chg="mod ord">
          <ac:chgData name="Herrel, Brian" userId="88b938c8-9e82-40e1-8563-4045ae5ecb0e" providerId="ADAL" clId="{A6F63642-73D7-4DCE-ACB5-E2A601156782}" dt="2023-02-13T14:00:07.417" v="597" actId="207"/>
          <ac:spMkLst>
            <pc:docMk/>
            <pc:sldMk cId="2096829317" sldId="472"/>
            <ac:spMk id="12" creationId="{D7D5C8EC-F1EF-6146-850F-128719B25F22}"/>
          </ac:spMkLst>
        </pc:spChg>
        <pc:grpChg chg="add mod">
          <ac:chgData name="Herrel, Brian" userId="88b938c8-9e82-40e1-8563-4045ae5ecb0e" providerId="ADAL" clId="{A6F63642-73D7-4DCE-ACB5-E2A601156782}" dt="2023-02-13T13:59:17.576" v="580"/>
          <ac:grpSpMkLst>
            <pc:docMk/>
            <pc:sldMk cId="2096829317" sldId="472"/>
            <ac:grpSpMk id="2" creationId="{C0911898-CB92-EF0C-B7EB-EC8E7205FF0C}"/>
          </ac:grpSpMkLst>
        </pc:grpChg>
        <pc:picChg chg="mod">
          <ac:chgData name="Herrel, Brian" userId="88b938c8-9e82-40e1-8563-4045ae5ecb0e" providerId="ADAL" clId="{A6F63642-73D7-4DCE-ACB5-E2A601156782}" dt="2023-02-13T13:59:17.576" v="580"/>
          <ac:picMkLst>
            <pc:docMk/>
            <pc:sldMk cId="2096829317" sldId="472"/>
            <ac:picMk id="3" creationId="{C720D3F9-5D95-A778-FF7C-24CB3B34C4FC}"/>
          </ac:picMkLst>
        </pc:picChg>
        <pc:picChg chg="mod">
          <ac:chgData name="Herrel, Brian" userId="88b938c8-9e82-40e1-8563-4045ae5ecb0e" providerId="ADAL" clId="{A6F63642-73D7-4DCE-ACB5-E2A601156782}" dt="2023-02-13T13:59:17.576" v="580"/>
          <ac:picMkLst>
            <pc:docMk/>
            <pc:sldMk cId="2096829317" sldId="472"/>
            <ac:picMk id="4" creationId="{71C3652B-60B5-EDA7-8027-F3E137514EA2}"/>
          </ac:picMkLst>
        </pc:picChg>
        <pc:picChg chg="del">
          <ac:chgData name="Herrel, Brian" userId="88b938c8-9e82-40e1-8563-4045ae5ecb0e" providerId="ADAL" clId="{A6F63642-73D7-4DCE-ACB5-E2A601156782}" dt="2023-02-13T13:59:15.936" v="578" actId="478"/>
          <ac:picMkLst>
            <pc:docMk/>
            <pc:sldMk cId="2096829317" sldId="472"/>
            <ac:picMk id="8" creationId="{00000000-0000-0000-0000-000000000000}"/>
          </ac:picMkLst>
        </pc:picChg>
        <pc:picChg chg="del">
          <ac:chgData name="Herrel, Brian" userId="88b938c8-9e82-40e1-8563-4045ae5ecb0e" providerId="ADAL" clId="{A6F63642-73D7-4DCE-ACB5-E2A601156782}" dt="2023-02-13T13:59:16.629" v="579" actId="478"/>
          <ac:picMkLst>
            <pc:docMk/>
            <pc:sldMk cId="2096829317" sldId="472"/>
            <ac:picMk id="9" creationId="{00000000-0000-0000-0000-000000000000}"/>
          </ac:picMkLst>
        </pc:picChg>
      </pc:sldChg>
      <pc:sldChg chg="addSp delSp modSp mod">
        <pc:chgData name="Herrel, Brian" userId="88b938c8-9e82-40e1-8563-4045ae5ecb0e" providerId="ADAL" clId="{A6F63642-73D7-4DCE-ACB5-E2A601156782}" dt="2023-02-13T14:18:55.793" v="679" actId="6549"/>
        <pc:sldMkLst>
          <pc:docMk/>
          <pc:sldMk cId="3450589686" sldId="473"/>
        </pc:sldMkLst>
        <pc:spChg chg="mod">
          <ac:chgData name="Herrel, Brian" userId="88b938c8-9e82-40e1-8563-4045ae5ecb0e" providerId="ADAL" clId="{A6F63642-73D7-4DCE-ACB5-E2A601156782}" dt="2023-02-13T14:18:55.793" v="679" actId="6549"/>
          <ac:spMkLst>
            <pc:docMk/>
            <pc:sldMk cId="3450589686" sldId="473"/>
            <ac:spMk id="10" creationId="{D7D5C8EC-F1EF-6146-850F-128719B25F22}"/>
          </ac:spMkLst>
        </pc:spChg>
        <pc:picChg chg="del">
          <ac:chgData name="Herrel, Brian" userId="88b938c8-9e82-40e1-8563-4045ae5ecb0e" providerId="ADAL" clId="{A6F63642-73D7-4DCE-ACB5-E2A601156782}" dt="2023-02-13T13:26:38.573" v="160" actId="478"/>
          <ac:picMkLst>
            <pc:docMk/>
            <pc:sldMk cId="3450589686" sldId="473"/>
            <ac:picMk id="2" creationId="{3A15EC1E-1EB9-98EA-6D37-71A0BDC88094}"/>
          </ac:picMkLst>
        </pc:picChg>
        <pc:picChg chg="add mod">
          <ac:chgData name="Herrel, Brian" userId="88b938c8-9e82-40e1-8563-4045ae5ecb0e" providerId="ADAL" clId="{A6F63642-73D7-4DCE-ACB5-E2A601156782}" dt="2023-02-13T13:26:39.566" v="161"/>
          <ac:picMkLst>
            <pc:docMk/>
            <pc:sldMk cId="3450589686" sldId="473"/>
            <ac:picMk id="3" creationId="{FB9E6ACE-F5BD-B69F-8811-F0DF340DC972}"/>
          </ac:picMkLst>
        </pc:picChg>
      </pc:sldChg>
      <pc:sldChg chg="addSp delSp modSp mod">
        <pc:chgData name="Herrel, Brian" userId="88b938c8-9e82-40e1-8563-4045ae5ecb0e" providerId="ADAL" clId="{A6F63642-73D7-4DCE-ACB5-E2A601156782}" dt="2023-02-13T14:21:17.320" v="681" actId="20577"/>
        <pc:sldMkLst>
          <pc:docMk/>
          <pc:sldMk cId="7850601" sldId="474"/>
        </pc:sldMkLst>
        <pc:spChg chg="mod">
          <ac:chgData name="Herrel, Brian" userId="88b938c8-9e82-40e1-8563-4045ae5ecb0e" providerId="ADAL" clId="{A6F63642-73D7-4DCE-ACB5-E2A601156782}" dt="2023-02-13T14:21:17.320" v="681" actId="20577"/>
          <ac:spMkLst>
            <pc:docMk/>
            <pc:sldMk cId="7850601" sldId="474"/>
            <ac:spMk id="6" creationId="{D7D5C8EC-F1EF-6146-850F-128719B25F22}"/>
          </ac:spMkLst>
        </pc:spChg>
        <pc:picChg chg="del">
          <ac:chgData name="Herrel, Brian" userId="88b938c8-9e82-40e1-8563-4045ae5ecb0e" providerId="ADAL" clId="{A6F63642-73D7-4DCE-ACB5-E2A601156782}" dt="2023-02-13T13:26:44.113" v="162" actId="478"/>
          <ac:picMkLst>
            <pc:docMk/>
            <pc:sldMk cId="7850601" sldId="474"/>
            <ac:picMk id="2" creationId="{3A15EC1E-1EB9-98EA-6D37-71A0BDC88094}"/>
          </ac:picMkLst>
        </pc:picChg>
        <pc:picChg chg="add mod">
          <ac:chgData name="Herrel, Brian" userId="88b938c8-9e82-40e1-8563-4045ae5ecb0e" providerId="ADAL" clId="{A6F63642-73D7-4DCE-ACB5-E2A601156782}" dt="2023-02-13T13:26:44.941" v="163"/>
          <ac:picMkLst>
            <pc:docMk/>
            <pc:sldMk cId="7850601" sldId="474"/>
            <ac:picMk id="3" creationId="{EC00C1E9-B5FD-920F-2FA0-BA601AB911AB}"/>
          </ac:picMkLst>
        </pc:picChg>
      </pc:sldChg>
      <pc:sldChg chg="addSp delSp modSp mod delCm">
        <pc:chgData name="Herrel, Brian" userId="88b938c8-9e82-40e1-8563-4045ae5ecb0e" providerId="ADAL" clId="{A6F63642-73D7-4DCE-ACB5-E2A601156782}" dt="2023-02-13T13:43:14.812" v="351"/>
        <pc:sldMkLst>
          <pc:docMk/>
          <pc:sldMk cId="2215011359" sldId="476"/>
        </pc:sldMkLst>
        <pc:spChg chg="mod">
          <ac:chgData name="Herrel, Brian" userId="88b938c8-9e82-40e1-8563-4045ae5ecb0e" providerId="ADAL" clId="{A6F63642-73D7-4DCE-ACB5-E2A601156782}" dt="2023-02-13T13:43:14.812" v="351"/>
          <ac:spMkLst>
            <pc:docMk/>
            <pc:sldMk cId="2215011359" sldId="476"/>
            <ac:spMk id="10" creationId="{D7D5C8EC-F1EF-6146-850F-128719B25F22}"/>
          </ac:spMkLst>
        </pc:spChg>
        <pc:spChg chg="add del mod">
          <ac:chgData name="Herrel, Brian" userId="88b938c8-9e82-40e1-8563-4045ae5ecb0e" providerId="ADAL" clId="{A6F63642-73D7-4DCE-ACB5-E2A601156782}" dt="2023-02-13T13:43:09.454" v="349" actId="478"/>
          <ac:spMkLst>
            <pc:docMk/>
            <pc:sldMk cId="2215011359" sldId="476"/>
            <ac:spMk id="13" creationId="{1688B19B-BA3C-7A74-37BA-7BD940263632}"/>
          </ac:spMkLst>
        </pc:spChg>
        <pc:picChg chg="add mod">
          <ac:chgData name="Herrel, Brian" userId="88b938c8-9e82-40e1-8563-4045ae5ecb0e" providerId="ADAL" clId="{A6F63642-73D7-4DCE-ACB5-E2A601156782}" dt="2023-02-13T13:27:43.989" v="179"/>
          <ac:picMkLst>
            <pc:docMk/>
            <pc:sldMk cId="2215011359" sldId="476"/>
            <ac:picMk id="2" creationId="{005A9D12-1728-E3C9-6B85-69BA4F1EA9EC}"/>
          </ac:picMkLst>
        </pc:picChg>
        <pc:picChg chg="del">
          <ac:chgData name="Herrel, Brian" userId="88b938c8-9e82-40e1-8563-4045ae5ecb0e" providerId="ADAL" clId="{A6F63642-73D7-4DCE-ACB5-E2A601156782}" dt="2023-02-13T13:27:41.698" v="178" actId="478"/>
          <ac:picMkLst>
            <pc:docMk/>
            <pc:sldMk cId="2215011359" sldId="476"/>
            <ac:picMk id="6" creationId="{00000000-0000-0000-0000-000000000000}"/>
          </ac:picMkLst>
        </pc:picChg>
      </pc:sldChg>
      <pc:sldChg chg="addSp delSp modSp mod delCm">
        <pc:chgData name="Herrel, Brian" userId="88b938c8-9e82-40e1-8563-4045ae5ecb0e" providerId="ADAL" clId="{A6F63642-73D7-4DCE-ACB5-E2A601156782}" dt="2023-02-13T13:43:35.010" v="354"/>
        <pc:sldMkLst>
          <pc:docMk/>
          <pc:sldMk cId="2982248551" sldId="477"/>
        </pc:sldMkLst>
        <pc:spChg chg="mod">
          <ac:chgData name="Herrel, Brian" userId="88b938c8-9e82-40e1-8563-4045ae5ecb0e" providerId="ADAL" clId="{A6F63642-73D7-4DCE-ACB5-E2A601156782}" dt="2023-02-13T13:43:35.010" v="354"/>
          <ac:spMkLst>
            <pc:docMk/>
            <pc:sldMk cId="2982248551" sldId="477"/>
            <ac:spMk id="10" creationId="{D7D5C8EC-F1EF-6146-850F-128719B25F22}"/>
          </ac:spMkLst>
        </pc:spChg>
        <pc:picChg chg="add mod">
          <ac:chgData name="Herrel, Brian" userId="88b938c8-9e82-40e1-8563-4045ae5ecb0e" providerId="ADAL" clId="{A6F63642-73D7-4DCE-ACB5-E2A601156782}" dt="2023-02-13T13:28:03.777" v="185"/>
          <ac:picMkLst>
            <pc:docMk/>
            <pc:sldMk cId="2982248551" sldId="477"/>
            <ac:picMk id="2" creationId="{D591140A-9540-03CA-D474-B91882497C28}"/>
          </ac:picMkLst>
        </pc:picChg>
        <pc:picChg chg="del">
          <ac:chgData name="Herrel, Brian" userId="88b938c8-9e82-40e1-8563-4045ae5ecb0e" providerId="ADAL" clId="{A6F63642-73D7-4DCE-ACB5-E2A601156782}" dt="2023-02-13T13:28:03.092" v="184" actId="478"/>
          <ac:picMkLst>
            <pc:docMk/>
            <pc:sldMk cId="2982248551" sldId="477"/>
            <ac:picMk id="6" creationId="{00000000-0000-0000-0000-000000000000}"/>
          </ac:picMkLst>
        </pc:picChg>
      </pc:sldChg>
      <pc:sldChg chg="addSp delSp modSp mod">
        <pc:chgData name="Herrel, Brian" userId="88b938c8-9e82-40e1-8563-4045ae5ecb0e" providerId="ADAL" clId="{A6F63642-73D7-4DCE-ACB5-E2A601156782}" dt="2023-02-13T14:24:43.679" v="685" actId="21"/>
        <pc:sldMkLst>
          <pc:docMk/>
          <pc:sldMk cId="3622676412" sldId="479"/>
        </pc:sldMkLst>
        <pc:spChg chg="del mod">
          <ac:chgData name="Herrel, Brian" userId="88b938c8-9e82-40e1-8563-4045ae5ecb0e" providerId="ADAL" clId="{A6F63642-73D7-4DCE-ACB5-E2A601156782}" dt="2023-02-13T13:52:47.689" v="425"/>
          <ac:spMkLst>
            <pc:docMk/>
            <pc:sldMk cId="3622676412" sldId="479"/>
            <ac:spMk id="2" creationId="{00000000-0000-0000-0000-000000000000}"/>
          </ac:spMkLst>
        </pc:spChg>
        <pc:spChg chg="del mod">
          <ac:chgData name="Herrel, Brian" userId="88b938c8-9e82-40e1-8563-4045ae5ecb0e" providerId="ADAL" clId="{A6F63642-73D7-4DCE-ACB5-E2A601156782}" dt="2023-02-13T14:24:43.679" v="685" actId="21"/>
          <ac:spMkLst>
            <pc:docMk/>
            <pc:sldMk cId="3622676412" sldId="479"/>
            <ac:spMk id="3" creationId="{C89F6840-6F3D-7218-6AFA-95E0287CEF60}"/>
          </ac:spMkLst>
        </pc:spChg>
        <pc:spChg chg="mod">
          <ac:chgData name="Herrel, Brian" userId="88b938c8-9e82-40e1-8563-4045ae5ecb0e" providerId="ADAL" clId="{A6F63642-73D7-4DCE-ACB5-E2A601156782}" dt="2023-02-13T13:53:07.485" v="428" actId="14100"/>
          <ac:spMkLst>
            <pc:docMk/>
            <pc:sldMk cId="3622676412" sldId="479"/>
            <ac:spMk id="7" creationId="{00000000-0000-0000-0000-000000000000}"/>
          </ac:spMkLst>
        </pc:spChg>
        <pc:picChg chg="add del mod">
          <ac:chgData name="Herrel, Brian" userId="88b938c8-9e82-40e1-8563-4045ae5ecb0e" providerId="ADAL" clId="{A6F63642-73D7-4DCE-ACB5-E2A601156782}" dt="2023-02-13T13:52:47.689" v="423" actId="478"/>
          <ac:picMkLst>
            <pc:docMk/>
            <pc:sldMk cId="3622676412" sldId="479"/>
            <ac:picMk id="4" creationId="{8BF31DDF-7759-A365-C85E-4905F45FA18E}"/>
          </ac:picMkLst>
        </pc:picChg>
        <pc:picChg chg="mod">
          <ac:chgData name="Herrel, Brian" userId="88b938c8-9e82-40e1-8563-4045ae5ecb0e" providerId="ADAL" clId="{A6F63642-73D7-4DCE-ACB5-E2A601156782}" dt="2023-02-13T13:52:46.033" v="422" actId="1076"/>
          <ac:picMkLst>
            <pc:docMk/>
            <pc:sldMk cId="3622676412" sldId="479"/>
            <ac:picMk id="11266" creationId="{00000000-0000-0000-0000-000000000000}"/>
          </ac:picMkLst>
        </pc:picChg>
      </pc:sldChg>
      <pc:sldChg chg="add">
        <pc:chgData name="Herrel, Brian" userId="88b938c8-9e82-40e1-8563-4045ae5ecb0e" providerId="ADAL" clId="{A6F63642-73D7-4DCE-ACB5-E2A601156782}" dt="2023-02-13T13:46:00.680" v="364"/>
        <pc:sldMkLst>
          <pc:docMk/>
          <pc:sldMk cId="3907319395" sldId="480"/>
        </pc:sldMkLst>
      </pc:sldChg>
      <pc:sldChg chg="addSp delSp modSp add mod">
        <pc:chgData name="Herrel, Brian" userId="88b938c8-9e82-40e1-8563-4045ae5ecb0e" providerId="ADAL" clId="{A6F63642-73D7-4DCE-ACB5-E2A601156782}" dt="2023-02-13T14:25:18.852" v="711" actId="1036"/>
        <pc:sldMkLst>
          <pc:docMk/>
          <pc:sldMk cId="1679029398" sldId="481"/>
        </pc:sldMkLst>
        <pc:spChg chg="add del">
          <ac:chgData name="Herrel, Brian" userId="88b938c8-9e82-40e1-8563-4045ae5ecb0e" providerId="ADAL" clId="{A6F63642-73D7-4DCE-ACB5-E2A601156782}" dt="2023-02-13T14:25:10.554" v="691" actId="478"/>
          <ac:spMkLst>
            <pc:docMk/>
            <pc:sldMk cId="1679029398" sldId="481"/>
            <ac:spMk id="2" creationId="{00000000-0000-0000-0000-000000000000}"/>
          </ac:spMkLst>
        </pc:spChg>
        <pc:spChg chg="mod">
          <ac:chgData name="Herrel, Brian" userId="88b938c8-9e82-40e1-8563-4045ae5ecb0e" providerId="ADAL" clId="{A6F63642-73D7-4DCE-ACB5-E2A601156782}" dt="2023-02-13T14:25:18.852" v="711" actId="1036"/>
          <ac:spMkLst>
            <pc:docMk/>
            <pc:sldMk cId="1679029398" sldId="481"/>
            <ac:spMk id="3" creationId="{A0469D38-44EA-B296-F41E-8A9662CEA387}"/>
          </ac:spMkLst>
        </pc:spChg>
      </pc:sldChg>
    </pc:docChg>
  </pc:docChgLst>
  <pc:docChgLst>
    <pc:chgData name="Weiser, Laura" userId="S::laura.weiser@mheducation.com::9ed76596-42bb-464d-ae09-37cb24a678ff" providerId="AD" clId="Web-{E17E6957-6AED-7E7D-B317-DC7B0460CD2B}"/>
    <pc:docChg chg="mod">
      <pc:chgData name="Weiser, Laura" userId="S::laura.weiser@mheducation.com::9ed76596-42bb-464d-ae09-37cb24a678ff" providerId="AD" clId="Web-{E17E6957-6AED-7E7D-B317-DC7B0460CD2B}" dt="2023-02-15T16:20:50.859" v="28"/>
      <pc:docMkLst>
        <pc:docMk/>
      </pc:docMkLst>
      <pc:sldChg chg="addCm">
        <pc:chgData name="Weiser, Laura" userId="S::laura.weiser@mheducation.com::9ed76596-42bb-464d-ae09-37cb24a678ff" providerId="AD" clId="Web-{E17E6957-6AED-7E7D-B317-DC7B0460CD2B}" dt="2023-02-15T16:18:36.887" v="1"/>
        <pc:sldMkLst>
          <pc:docMk/>
          <pc:sldMk cId="798257535" sldId="330"/>
        </pc:sldMkLst>
        <pc:extLst>
          <p:ext xmlns:p="http://schemas.openxmlformats.org/presentationml/2006/main" uri="{D6D511B9-2390-475A-947B-AFAB55BFBCF1}">
            <pc226:cmChg xmlns:pc226="http://schemas.microsoft.com/office/powerpoint/2022/06/main/command" chg="add">
              <pc226:chgData name="Weiser, Laura" userId="S::laura.weiser@mheducation.com::9ed76596-42bb-464d-ae09-37cb24a678ff" providerId="AD" clId="Web-{E17E6957-6AED-7E7D-B317-DC7B0460CD2B}" dt="2023-02-15T16:18:36.887" v="1"/>
              <pc2:cmMkLst xmlns:pc2="http://schemas.microsoft.com/office/powerpoint/2019/9/main/command">
                <pc:docMk/>
                <pc:sldMk cId="798257535" sldId="330"/>
                <pc2:cmMk id="{2F477297-30D6-414B-A3F4-BA629D430783}"/>
              </pc2:cmMkLst>
            </pc226:cmChg>
          </p:ext>
        </pc:extLst>
      </pc:sldChg>
      <pc:sldChg chg="addCm">
        <pc:chgData name="Weiser, Laura" userId="S::laura.weiser@mheducation.com::9ed76596-42bb-464d-ae09-37cb24a678ff" providerId="AD" clId="Web-{E17E6957-6AED-7E7D-B317-DC7B0460CD2B}" dt="2023-02-15T16:19:48.389" v="15"/>
        <pc:sldMkLst>
          <pc:docMk/>
          <pc:sldMk cId="2020339455" sldId="342"/>
        </pc:sldMkLst>
        <pc:extLst>
          <p:ext xmlns:p="http://schemas.openxmlformats.org/presentationml/2006/main" uri="{D6D511B9-2390-475A-947B-AFAB55BFBCF1}">
            <pc226:cmChg xmlns:pc226="http://schemas.microsoft.com/office/powerpoint/2022/06/main/command" chg="add">
              <pc226:chgData name="Weiser, Laura" userId="S::laura.weiser@mheducation.com::9ed76596-42bb-464d-ae09-37cb24a678ff" providerId="AD" clId="Web-{E17E6957-6AED-7E7D-B317-DC7B0460CD2B}" dt="2023-02-15T16:19:48.389" v="15"/>
              <pc2:cmMkLst xmlns:pc2="http://schemas.microsoft.com/office/powerpoint/2019/9/main/command">
                <pc:docMk/>
                <pc:sldMk cId="2020339455" sldId="342"/>
                <pc2:cmMk id="{0C4D5345-AE91-4A54-B16E-19637D4A0267}"/>
              </pc2:cmMkLst>
            </pc226:cmChg>
          </p:ext>
        </pc:extLst>
      </pc:sldChg>
      <pc:sldChg chg="addCm">
        <pc:chgData name="Weiser, Laura" userId="S::laura.weiser@mheducation.com::9ed76596-42bb-464d-ae09-37cb24a678ff" providerId="AD" clId="Web-{E17E6957-6AED-7E7D-B317-DC7B0460CD2B}" dt="2023-02-15T16:20:07.186" v="16"/>
        <pc:sldMkLst>
          <pc:docMk/>
          <pc:sldMk cId="2181503539" sldId="356"/>
        </pc:sldMkLst>
        <pc:extLst>
          <p:ext xmlns:p="http://schemas.openxmlformats.org/presentationml/2006/main" uri="{D6D511B9-2390-475A-947B-AFAB55BFBCF1}">
            <pc226:cmChg xmlns:pc226="http://schemas.microsoft.com/office/powerpoint/2022/06/main/command" chg="add">
              <pc226:chgData name="Weiser, Laura" userId="S::laura.weiser@mheducation.com::9ed76596-42bb-464d-ae09-37cb24a678ff" providerId="AD" clId="Web-{E17E6957-6AED-7E7D-B317-DC7B0460CD2B}" dt="2023-02-15T16:20:07.186" v="16"/>
              <pc2:cmMkLst xmlns:pc2="http://schemas.microsoft.com/office/powerpoint/2019/9/main/command">
                <pc:docMk/>
                <pc:sldMk cId="2181503539" sldId="356"/>
                <pc2:cmMk id="{908AD53B-1AF2-47FA-B222-5C431F6EAA97}"/>
              </pc2:cmMkLst>
            </pc226:cmChg>
          </p:ext>
        </pc:extLst>
      </pc:sldChg>
      <pc:sldChg chg="addCm delCm">
        <pc:chgData name="Weiser, Laura" userId="S::laura.weiser@mheducation.com::9ed76596-42bb-464d-ae09-37cb24a678ff" providerId="AD" clId="Web-{E17E6957-6AED-7E7D-B317-DC7B0460CD2B}" dt="2023-02-15T16:20:14.202" v="17"/>
        <pc:sldMkLst>
          <pc:docMk/>
          <pc:sldMk cId="2508475333" sldId="421"/>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14.202" v="17"/>
              <pc2:cmMkLst xmlns:pc2="http://schemas.microsoft.com/office/powerpoint/2019/9/main/command">
                <pc:docMk/>
                <pc:sldMk cId="2508475333" sldId="421"/>
                <pc2:cmMk id="{E96AABE9-2DE4-4E63-8BDF-65A3F99514A1}"/>
              </pc2:cmMkLst>
            </pc226:cmChg>
          </p:ext>
        </pc:extLst>
      </pc:sldChg>
      <pc:sldChg chg="addCm delCm">
        <pc:chgData name="Weiser, Laura" userId="S::laura.weiser@mheducation.com::9ed76596-42bb-464d-ae09-37cb24a678ff" providerId="AD" clId="Web-{E17E6957-6AED-7E7D-B317-DC7B0460CD2B}" dt="2023-02-15T16:20:20.311" v="19"/>
        <pc:sldMkLst>
          <pc:docMk/>
          <pc:sldMk cId="3016854979" sldId="422"/>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20.311" v="19"/>
              <pc2:cmMkLst xmlns:pc2="http://schemas.microsoft.com/office/powerpoint/2019/9/main/command">
                <pc:docMk/>
                <pc:sldMk cId="3016854979" sldId="422"/>
                <pc2:cmMk id="{19DE6C5F-3C9A-48AB-9BE5-7EE21764E4C8}"/>
              </pc2:cmMkLst>
            </pc226:cmChg>
          </p:ext>
        </pc:extLst>
      </pc:sldChg>
      <pc:sldChg chg="addCm delCm">
        <pc:chgData name="Weiser, Laura" userId="S::laura.weiser@mheducation.com::9ed76596-42bb-464d-ae09-37cb24a678ff" providerId="AD" clId="Web-{E17E6957-6AED-7E7D-B317-DC7B0460CD2B}" dt="2023-02-15T16:20:26.733" v="21"/>
        <pc:sldMkLst>
          <pc:docMk/>
          <pc:sldMk cId="517156393" sldId="423"/>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26.733" v="21"/>
              <pc2:cmMkLst xmlns:pc2="http://schemas.microsoft.com/office/powerpoint/2019/9/main/command">
                <pc:docMk/>
                <pc:sldMk cId="517156393" sldId="423"/>
                <pc2:cmMk id="{9A67EEF3-D7D5-459E-BB38-DE5BFA59F4FE}"/>
              </pc2:cmMkLst>
            </pc226:cmChg>
          </p:ext>
        </pc:extLst>
      </pc:sldChg>
      <pc:sldChg chg="addCm delCm">
        <pc:chgData name="Weiser, Laura" userId="S::laura.weiser@mheducation.com::9ed76596-42bb-464d-ae09-37cb24a678ff" providerId="AD" clId="Web-{E17E6957-6AED-7E7D-B317-DC7B0460CD2B}" dt="2023-02-15T16:20:33.061" v="23"/>
        <pc:sldMkLst>
          <pc:docMk/>
          <pc:sldMk cId="3549759377" sldId="424"/>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33.061" v="23"/>
              <pc2:cmMkLst xmlns:pc2="http://schemas.microsoft.com/office/powerpoint/2019/9/main/command">
                <pc:docMk/>
                <pc:sldMk cId="3549759377" sldId="424"/>
                <pc2:cmMk id="{62FDF93B-7889-4044-88F3-624476330990}"/>
              </pc2:cmMkLst>
            </pc226:cmChg>
          </p:ext>
        </pc:extLst>
      </pc:sldChg>
      <pc:sldChg chg="addCm delCm">
        <pc:chgData name="Weiser, Laura" userId="S::laura.weiser@mheducation.com::9ed76596-42bb-464d-ae09-37cb24a678ff" providerId="AD" clId="Web-{E17E6957-6AED-7E7D-B317-DC7B0460CD2B}" dt="2023-02-15T16:20:47.437" v="27"/>
        <pc:sldMkLst>
          <pc:docMk/>
          <pc:sldMk cId="3076021467" sldId="425"/>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47.437" v="27"/>
              <pc2:cmMkLst xmlns:pc2="http://schemas.microsoft.com/office/powerpoint/2019/9/main/command">
                <pc:docMk/>
                <pc:sldMk cId="3076021467" sldId="425"/>
                <pc2:cmMk id="{5F8571EC-37BB-4032-8804-4C43AFF06905}"/>
              </pc2:cmMkLst>
            </pc226:cmChg>
          </p:ext>
        </pc:extLst>
      </pc:sldChg>
      <pc:sldChg chg="addCm">
        <pc:chgData name="Weiser, Laura" userId="S::laura.weiser@mheducation.com::9ed76596-42bb-464d-ae09-37cb24a678ff" providerId="AD" clId="Web-{E17E6957-6AED-7E7D-B317-DC7B0460CD2B}" dt="2023-02-15T16:19:33.045" v="14"/>
        <pc:sldMkLst>
          <pc:docMk/>
          <pc:sldMk cId="832398026" sldId="427"/>
        </pc:sldMkLst>
        <pc:extLst>
          <p:ext xmlns:p="http://schemas.openxmlformats.org/presentationml/2006/main" uri="{D6D511B9-2390-475A-947B-AFAB55BFBCF1}">
            <pc226:cmChg xmlns:pc226="http://schemas.microsoft.com/office/powerpoint/2022/06/main/command" chg="add">
              <pc226:chgData name="Weiser, Laura" userId="S::laura.weiser@mheducation.com::9ed76596-42bb-464d-ae09-37cb24a678ff" providerId="AD" clId="Web-{E17E6957-6AED-7E7D-B317-DC7B0460CD2B}" dt="2023-02-15T16:19:33.045" v="14"/>
              <pc2:cmMkLst xmlns:pc2="http://schemas.microsoft.com/office/powerpoint/2019/9/main/command">
                <pc:docMk/>
                <pc:sldMk cId="832398026" sldId="427"/>
                <pc2:cmMk id="{B7F66066-FC12-4ACE-84FD-92C6FB7C72DB}"/>
              </pc2:cmMkLst>
            </pc226:cmChg>
          </p:ext>
        </pc:extLst>
      </pc:sldChg>
      <pc:sldChg chg="addCm delCm">
        <pc:chgData name="Weiser, Laura" userId="S::laura.weiser@mheducation.com::9ed76596-42bb-464d-ae09-37cb24a678ff" providerId="AD" clId="Web-{E17E6957-6AED-7E7D-B317-DC7B0460CD2B}" dt="2023-02-15T16:20:40.296" v="25"/>
        <pc:sldMkLst>
          <pc:docMk/>
          <pc:sldMk cId="1957127520" sldId="440"/>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40.296" v="25"/>
              <pc2:cmMkLst xmlns:pc2="http://schemas.microsoft.com/office/powerpoint/2019/9/main/command">
                <pc:docMk/>
                <pc:sldMk cId="1957127520" sldId="440"/>
                <pc2:cmMk id="{D25E9EBE-4D26-43C4-92AE-910E75E5622E}"/>
              </pc2:cmMkLst>
            </pc226:cmChg>
          </p:ext>
        </pc:extLst>
      </pc:sldChg>
      <pc:sldChg chg="addCm delCm">
        <pc:chgData name="Weiser, Laura" userId="S::laura.weiser@mheducation.com::9ed76596-42bb-464d-ae09-37cb24a678ff" providerId="AD" clId="Web-{E17E6957-6AED-7E7D-B317-DC7B0460CD2B}" dt="2023-02-15T16:20:16.905" v="18"/>
        <pc:sldMkLst>
          <pc:docMk/>
          <pc:sldMk cId="2768128216" sldId="455"/>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16.905" v="18"/>
              <pc2:cmMkLst xmlns:pc2="http://schemas.microsoft.com/office/powerpoint/2019/9/main/command">
                <pc:docMk/>
                <pc:sldMk cId="2768128216" sldId="455"/>
                <pc2:cmMk id="{AD06B43B-4936-48D3-A13E-0E2B43505276}"/>
              </pc2:cmMkLst>
            </pc226:cmChg>
          </p:ext>
        </pc:extLst>
      </pc:sldChg>
      <pc:sldChg chg="addCm delCm">
        <pc:chgData name="Weiser, Laura" userId="S::laura.weiser@mheducation.com::9ed76596-42bb-464d-ae09-37cb24a678ff" providerId="AD" clId="Web-{E17E6957-6AED-7E7D-B317-DC7B0460CD2B}" dt="2023-02-15T16:20:23.108" v="20"/>
        <pc:sldMkLst>
          <pc:docMk/>
          <pc:sldMk cId="2131197016" sldId="456"/>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23.108" v="20"/>
              <pc2:cmMkLst xmlns:pc2="http://schemas.microsoft.com/office/powerpoint/2019/9/main/command">
                <pc:docMk/>
                <pc:sldMk cId="2131197016" sldId="456"/>
                <pc2:cmMk id="{93B1E67C-AA4C-4DF0-9B67-42562E6252C2}"/>
              </pc2:cmMkLst>
            </pc226:cmChg>
          </p:ext>
        </pc:extLst>
      </pc:sldChg>
      <pc:sldChg chg="addCm delCm">
        <pc:chgData name="Weiser, Laura" userId="S::laura.weiser@mheducation.com::9ed76596-42bb-464d-ae09-37cb24a678ff" providerId="AD" clId="Web-{E17E6957-6AED-7E7D-B317-DC7B0460CD2B}" dt="2023-02-15T16:20:30.452" v="22"/>
        <pc:sldMkLst>
          <pc:docMk/>
          <pc:sldMk cId="2012564682" sldId="457"/>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30.452" v="22"/>
              <pc2:cmMkLst xmlns:pc2="http://schemas.microsoft.com/office/powerpoint/2019/9/main/command">
                <pc:docMk/>
                <pc:sldMk cId="2012564682" sldId="457"/>
                <pc2:cmMk id="{376A308C-07F9-4648-B3D7-975896BB704F}"/>
              </pc2:cmMkLst>
            </pc226:cmChg>
          </p:ext>
        </pc:extLst>
      </pc:sldChg>
      <pc:sldChg chg="addCm delCm">
        <pc:chgData name="Weiser, Laura" userId="S::laura.weiser@mheducation.com::9ed76596-42bb-464d-ae09-37cb24a678ff" providerId="AD" clId="Web-{E17E6957-6AED-7E7D-B317-DC7B0460CD2B}" dt="2023-02-15T16:20:43.140" v="26"/>
        <pc:sldMkLst>
          <pc:docMk/>
          <pc:sldMk cId="1274603283" sldId="458"/>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43.140" v="26"/>
              <pc2:cmMkLst xmlns:pc2="http://schemas.microsoft.com/office/powerpoint/2019/9/main/command">
                <pc:docMk/>
                <pc:sldMk cId="1274603283" sldId="458"/>
                <pc2:cmMk id="{0B7E793A-6949-4C41-9B58-F4FD285D474A}"/>
              </pc2:cmMkLst>
            </pc226:cmChg>
          </p:ext>
        </pc:extLst>
      </pc:sldChg>
      <pc:sldChg chg="addCm delCm">
        <pc:chgData name="Weiser, Laura" userId="S::laura.weiser@mheducation.com::9ed76596-42bb-464d-ae09-37cb24a678ff" providerId="AD" clId="Web-{E17E6957-6AED-7E7D-B317-DC7B0460CD2B}" dt="2023-02-15T16:20:50.859" v="28"/>
        <pc:sldMkLst>
          <pc:docMk/>
          <pc:sldMk cId="512173666" sldId="459"/>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50.859" v="28"/>
              <pc2:cmMkLst xmlns:pc2="http://schemas.microsoft.com/office/powerpoint/2019/9/main/command">
                <pc:docMk/>
                <pc:sldMk cId="512173666" sldId="459"/>
                <pc2:cmMk id="{D7B4C7B8-56C6-411F-9B99-D5A192C32D79}"/>
              </pc2:cmMkLst>
            </pc226:cmChg>
          </p:ext>
        </pc:extLst>
      </pc:sldChg>
      <pc:sldChg chg="addCm delCm">
        <pc:chgData name="Weiser, Laura" userId="S::laura.weiser@mheducation.com::9ed76596-42bb-464d-ae09-37cb24a678ff" providerId="AD" clId="Web-{E17E6957-6AED-7E7D-B317-DC7B0460CD2B}" dt="2023-02-15T16:20:37.108" v="24"/>
        <pc:sldMkLst>
          <pc:docMk/>
          <pc:sldMk cId="820028242" sldId="475"/>
        </pc:sldMkLst>
        <pc:extLst>
          <p:ext xmlns:p="http://schemas.openxmlformats.org/presentationml/2006/main" uri="{D6D511B9-2390-475A-947B-AFAB55BFBCF1}">
            <pc226:cmChg xmlns:pc226="http://schemas.microsoft.com/office/powerpoint/2022/06/main/command" chg="add del">
              <pc226:chgData name="Weiser, Laura" userId="S::laura.weiser@mheducation.com::9ed76596-42bb-464d-ae09-37cb24a678ff" providerId="AD" clId="Web-{E17E6957-6AED-7E7D-B317-DC7B0460CD2B}" dt="2023-02-15T16:20:37.108" v="24"/>
              <pc2:cmMkLst xmlns:pc2="http://schemas.microsoft.com/office/powerpoint/2019/9/main/command">
                <pc:docMk/>
                <pc:sldMk cId="820028242" sldId="475"/>
                <pc2:cmMk id="{7B58F45F-D736-488B-8AC2-2133AAB8D981}"/>
              </pc2:cmMkLst>
            </pc226:cmChg>
          </p:ext>
        </pc:ext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145" cy="462721"/>
          </a:xfrm>
          <a:prstGeom prst="rect">
            <a:avLst/>
          </a:prstGeom>
        </p:spPr>
        <p:txBody>
          <a:bodyPr vert="horz" lIns="87304" tIns="43652" rIns="87304" bIns="43652" rtlCol="0"/>
          <a:lstStyle>
            <a:lvl1pPr algn="l">
              <a:defRPr sz="1100"/>
            </a:lvl1pPr>
          </a:lstStyle>
          <a:p>
            <a:endParaRPr lang="en-US" dirty="0"/>
          </a:p>
        </p:txBody>
      </p:sp>
      <p:sp>
        <p:nvSpPr>
          <p:cNvPr id="3" name="Date Placeholder 2"/>
          <p:cNvSpPr>
            <a:spLocks noGrp="1"/>
          </p:cNvSpPr>
          <p:nvPr>
            <p:ph type="dt" sz="quarter" idx="1"/>
          </p:nvPr>
        </p:nvSpPr>
        <p:spPr>
          <a:xfrm>
            <a:off x="3970734" y="0"/>
            <a:ext cx="3038145" cy="462721"/>
          </a:xfrm>
          <a:prstGeom prst="rect">
            <a:avLst/>
          </a:prstGeom>
        </p:spPr>
        <p:txBody>
          <a:bodyPr vert="horz" lIns="87304" tIns="43652" rIns="87304" bIns="43652" rtlCol="0"/>
          <a:lstStyle>
            <a:lvl1pPr algn="r">
              <a:defRPr sz="1100"/>
            </a:lvl1pPr>
          </a:lstStyle>
          <a:p>
            <a:fld id="{7CF79C4C-9A95-4F23-B503-12D2C6F00E19}" type="datetimeFigureOut">
              <a:rPr lang="en-US" smtClean="0"/>
              <a:t>2/23/2023</a:t>
            </a:fld>
            <a:endParaRPr lang="en-US" dirty="0"/>
          </a:p>
        </p:txBody>
      </p:sp>
      <p:sp>
        <p:nvSpPr>
          <p:cNvPr id="4" name="Footer Placeholder 3"/>
          <p:cNvSpPr>
            <a:spLocks noGrp="1"/>
          </p:cNvSpPr>
          <p:nvPr>
            <p:ph type="ftr" sz="quarter" idx="2"/>
          </p:nvPr>
        </p:nvSpPr>
        <p:spPr>
          <a:xfrm>
            <a:off x="1" y="8773355"/>
            <a:ext cx="3038145" cy="462720"/>
          </a:xfrm>
          <a:prstGeom prst="rect">
            <a:avLst/>
          </a:prstGeom>
        </p:spPr>
        <p:txBody>
          <a:bodyPr vert="horz" lIns="87304" tIns="43652" rIns="87304" bIns="43652" rtlCol="0" anchor="b"/>
          <a:lstStyle>
            <a:lvl1pPr algn="l">
              <a:defRPr sz="1100"/>
            </a:lvl1pPr>
          </a:lstStyle>
          <a:p>
            <a:endParaRPr lang="en-US" dirty="0"/>
          </a:p>
        </p:txBody>
      </p:sp>
      <p:sp>
        <p:nvSpPr>
          <p:cNvPr id="5" name="Slide Number Placeholder 4"/>
          <p:cNvSpPr>
            <a:spLocks noGrp="1"/>
          </p:cNvSpPr>
          <p:nvPr>
            <p:ph type="sldNum" sz="quarter" idx="3"/>
          </p:nvPr>
        </p:nvSpPr>
        <p:spPr>
          <a:xfrm>
            <a:off x="3970734" y="8773355"/>
            <a:ext cx="3038145" cy="462720"/>
          </a:xfrm>
          <a:prstGeom prst="rect">
            <a:avLst/>
          </a:prstGeom>
        </p:spPr>
        <p:txBody>
          <a:bodyPr vert="horz" lIns="87304" tIns="43652" rIns="87304" bIns="43652" rtlCol="0" anchor="b"/>
          <a:lstStyle>
            <a:lvl1pPr algn="r">
              <a:defRPr sz="1100"/>
            </a:lvl1pPr>
          </a:lstStyle>
          <a:p>
            <a:fld id="{9BEDD28F-82A9-4FAE-8C69-E41F27D67B02}" type="slidenum">
              <a:rPr lang="en-US" smtClean="0"/>
              <a:t>‹#›</a:t>
            </a:fld>
            <a:endParaRPr lang="en-US" dirty="0"/>
          </a:p>
        </p:txBody>
      </p:sp>
    </p:spTree>
    <p:extLst>
      <p:ext uri="{BB962C8B-B14F-4D97-AF65-F5344CB8AC3E}">
        <p14:creationId xmlns:p14="http://schemas.microsoft.com/office/powerpoint/2010/main" val="27668477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037840" cy="463407"/>
          </a:xfrm>
          <a:prstGeom prst="rect">
            <a:avLst/>
          </a:prstGeom>
        </p:spPr>
        <p:txBody>
          <a:bodyPr vert="horz" lIns="92290" tIns="46144" rIns="92290" bIns="46144" rtlCol="0"/>
          <a:lstStyle>
            <a:lvl1pPr algn="l">
              <a:defRPr sz="1200"/>
            </a:lvl1pPr>
          </a:lstStyle>
          <a:p>
            <a:endParaRPr lang="en-US" dirty="0"/>
          </a:p>
        </p:txBody>
      </p:sp>
      <p:sp>
        <p:nvSpPr>
          <p:cNvPr id="3" name="Date Placeholder 2"/>
          <p:cNvSpPr>
            <a:spLocks noGrp="1"/>
          </p:cNvSpPr>
          <p:nvPr>
            <p:ph type="dt" idx="1"/>
          </p:nvPr>
        </p:nvSpPr>
        <p:spPr>
          <a:xfrm>
            <a:off x="3970938" y="2"/>
            <a:ext cx="3037840" cy="463407"/>
          </a:xfrm>
          <a:prstGeom prst="rect">
            <a:avLst/>
          </a:prstGeom>
        </p:spPr>
        <p:txBody>
          <a:bodyPr vert="horz" lIns="92290" tIns="46144" rIns="92290" bIns="46144" rtlCol="0"/>
          <a:lstStyle>
            <a:lvl1pPr algn="r">
              <a:defRPr sz="1200"/>
            </a:lvl1pPr>
          </a:lstStyle>
          <a:p>
            <a:fld id="{2BE65169-DB50-4446-8324-0D580DBE95C4}" type="datetimeFigureOut">
              <a:rPr lang="en-US" smtClean="0"/>
              <a:t>2/23/2023</a:t>
            </a:fld>
            <a:endParaRPr lang="en-US" dirty="0"/>
          </a:p>
        </p:txBody>
      </p:sp>
      <p:sp>
        <p:nvSpPr>
          <p:cNvPr id="4" name="Slide Image Placeholder 3"/>
          <p:cNvSpPr>
            <a:spLocks noGrp="1" noRot="1" noChangeAspect="1"/>
          </p:cNvSpPr>
          <p:nvPr>
            <p:ph type="sldImg" idx="2"/>
          </p:nvPr>
        </p:nvSpPr>
        <p:spPr>
          <a:xfrm>
            <a:off x="736600" y="1154113"/>
            <a:ext cx="5537200" cy="3116262"/>
          </a:xfrm>
          <a:prstGeom prst="rect">
            <a:avLst/>
          </a:prstGeom>
          <a:noFill/>
          <a:ln w="12700">
            <a:solidFill>
              <a:prstClr val="black"/>
            </a:solidFill>
          </a:ln>
        </p:spPr>
        <p:txBody>
          <a:bodyPr vert="horz" lIns="92290" tIns="46144" rIns="92290" bIns="46144" rtlCol="0" anchor="ctr"/>
          <a:lstStyle/>
          <a:p>
            <a:endParaRPr lang="en-US" dirty="0"/>
          </a:p>
        </p:txBody>
      </p:sp>
      <p:sp>
        <p:nvSpPr>
          <p:cNvPr id="5" name="Notes Placeholder 4"/>
          <p:cNvSpPr>
            <a:spLocks noGrp="1"/>
          </p:cNvSpPr>
          <p:nvPr>
            <p:ph type="body" sz="quarter" idx="3"/>
          </p:nvPr>
        </p:nvSpPr>
        <p:spPr>
          <a:xfrm>
            <a:off x="701040" y="4444862"/>
            <a:ext cx="5608320" cy="3636705"/>
          </a:xfrm>
          <a:prstGeom prst="rect">
            <a:avLst/>
          </a:prstGeom>
        </p:spPr>
        <p:txBody>
          <a:bodyPr vert="horz" lIns="92290" tIns="46144" rIns="92290" bIns="461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6"/>
          </a:xfrm>
          <a:prstGeom prst="rect">
            <a:avLst/>
          </a:prstGeom>
        </p:spPr>
        <p:txBody>
          <a:bodyPr vert="horz" lIns="92290" tIns="46144" rIns="92290" bIns="46144"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772669"/>
            <a:ext cx="3037840" cy="463406"/>
          </a:xfrm>
          <a:prstGeom prst="rect">
            <a:avLst/>
          </a:prstGeom>
        </p:spPr>
        <p:txBody>
          <a:bodyPr vert="horz" lIns="92290" tIns="46144" rIns="92290" bIns="46144" rtlCol="0" anchor="b"/>
          <a:lstStyle>
            <a:lvl1pPr algn="r">
              <a:defRPr sz="1200"/>
            </a:lvl1pPr>
          </a:lstStyle>
          <a:p>
            <a:fld id="{30DC0D4C-FD52-4CA4-A998-31C73A5A5BDE}" type="slidenum">
              <a:rPr lang="en-US" smtClean="0"/>
              <a:t>‹#›</a:t>
            </a:fld>
            <a:endParaRPr lang="en-US" dirty="0"/>
          </a:p>
        </p:txBody>
      </p:sp>
    </p:spTree>
    <p:extLst>
      <p:ext uri="{BB962C8B-B14F-4D97-AF65-F5344CB8AC3E}">
        <p14:creationId xmlns:p14="http://schemas.microsoft.com/office/powerpoint/2010/main" val="951821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38.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9.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40.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 | WARMUP</a:t>
            </a:r>
          </a:p>
          <a:p xmlns:a="http://schemas.openxmlformats.org/drawingml/2006/main">
            <a:pPr>
              <a:buNone/>
            </a:pPr>
            <a:r>
              <a:rPr lang="en-US" sz="1100"/>
              <a:t>Focus on the existing task: Warm-Up WARM-UP · THINK • TRY • CHECK Do these four 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answers (teacher only): 1) 94   2) 36 square centimeters   3) 3   4) 36 square inches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account for every required prism face once; calculate face areas; respect excluded surfaces in context. Review recent work and today’s warm-up to choose flexible groups and access supports; do not infer needs from identity or perceived ability. Use the existing lesson tasks and stated standards.</a:t>
            </a:r>
          </a:p>
          <a:p>
            <a:pPr>
              <a:buNone/>
            </a:pPr>
            <a:r>
              <a:rPr lang="en-US" sz="1100"/>
              <a:t>Anticipate: including openings or forgetting a pair of faces. If observed, label corresponding faces and cross-reference them with the original problem requirements.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3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4 | DIVIDER</a:t>
            </a:r>
          </a:p>
          <a:p xmlns:a="http://schemas.openxmlformats.org/drawingml/2006/main">
            <a:pPr>
              <a:buNone/>
            </a:pPr>
            <a:r>
              <a:rPr lang="en-US" sz="1100"/>
              <a:t>Focus on the existing task: Determine Surface Area of Prisms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Transition cue: state what materials are out and what success looks like this session.</a:t>
            </a:r>
          </a:p>
          <a:p>
            <a:r>
              <a:t>Keep the changeover under a minute.</a:t>
            </a:r>
          </a:p>
          <a:p>
            <a:r>
              <a:t>UIFR: TEACH 6.</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5 | TASK</a:t>
            </a:r>
          </a:p>
          <a:p xmlns:a="http://schemas.openxmlformats.org/drawingml/2006/main">
            <a:pPr>
              <a:buNone/>
            </a:pPr>
            <a:r>
              <a:rPr lang="en-US" sz="1100"/>
              <a:t>Focus on the existing task: This or That Would you rather have THIS or THAT fun adventures?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Number-sense routine — every voice in. Give quiet think time, then hear from at least three students.</a:t>
            </a:r>
          </a:p>
          <a:p>
            <a:r>
              <a:t>Always follow with “How do you know?” — the reasoning is the point, not the answer.</a:t>
            </a:r>
          </a:p>
          <a:p>
            <a:r>
              <a:t>There is more than one path; name and celebrate different strategies.</a:t>
            </a:r>
          </a:p>
          <a:p>
            <a:r>
              <a:t>UIFR: TEACH 3 · TEACH 5 · TEACH 6.</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6 | GOAL</a:t>
            </a:r>
          </a:p>
          <a:p xmlns:a="http://schemas.openxmlformats.org/drawingml/2006/main">
            <a:pPr>
              <a:buNone/>
            </a:pPr>
            <a:r>
              <a:rPr lang="en-US" sz="1100"/>
              <a:t>Focus on the existing task: Today’s Objectives Determine Surface Area of Prisms…</a:t>
            </a:r>
          </a:p>
          <a:p xmlns:a="http://schemas.openxmlformats.org/drawingml/2006/main">
            <a:pPr>
              <a:buNone/>
            </a:pPr>
            <a:r>
              <a:rPr lang="en-US" sz="1100"/>
              <a:t>CONNECT (T1/4): Ask students to restate the displayed goal or key idea and connect it to earlier work. Relevant lesson evidence: account for every required prism face once; calculate face areas; respect excluded surfaces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Read the objective together, then have one or two students restate today’s goal in their own words.</a:t>
            </a:r>
          </a:p>
          <a:p>
            <a:r>
              <a:t>Connect it to what the class learned last lesson.</a:t>
            </a:r>
          </a:p>
          <a:p>
            <a:r>
              <a:t>Return to this goal at the end of class to check it was met.</a:t>
            </a:r>
          </a:p>
          <a:p>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account for every required prism face once; calculate face areas; respect excluded surfaces in context. Ask: “Which part of your work would show this?” Revisit that evidence after the task; a confidence rating alone is not evidence of understanding.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8 | VOCAB</a:t>
            </a:r>
          </a:p>
          <a:p xmlns:a="http://schemas.openxmlformats.org/drawingml/2006/main">
            <a:pPr>
              <a:buNone/>
            </a:pPr>
            <a:r>
              <a:rPr lang="en-US" sz="1100"/>
              <a:t>Focus on the existing task: Vocabulary Today’s Math Words We learn every word — what…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Choral-read each word, its meaning, and what it looks like.</a:t>
            </a:r>
          </a:p>
          <a:p>
            <a:r>
              <a:t>Students should use these words out loud today — listen for them in partner talk and revoice student ideas with the academic term.</a:t>
            </a:r>
          </a:p>
          <a:p>
            <a:r>
              <a:t>UIFR: TEACH 1 · TEACH 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9 | CURIOUS</a:t>
            </a:r>
          </a:p>
          <a:p xmlns:a="http://schemas.openxmlformats.org/drawingml/2006/main">
            <a:pPr>
              <a:buNone/>
            </a:pPr>
            <a:r>
              <a:rPr lang="en-US" sz="1100"/>
              <a:t>Focus on the existing task: What helps you be a contributor to the math class community?</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Accept all noticings and wonderings — there are no wrong answers here.</a:t>
            </a:r>
          </a:p>
          <a:p>
            <a:r>
              <a:t>Give 20–30 seconds of quiet think time before taking responses; mix cold and warm calls so it is not always the same voices.</a:t>
            </a:r>
          </a:p>
          <a:p>
            <a:r>
              <a:t>Read the mindset question aloud and let two students respond.</a:t>
            </a:r>
          </a:p>
          <a:p>
            <a:r>
              <a:t>UIFR: TEACH 3 · TEACH 7.</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10 | TASK</a:t>
            </a:r>
          </a:p>
          <a:p xmlns:a="http://schemas.openxmlformats.org/drawingml/2006/main">
            <a:pPr>
              <a:buNone/>
            </a:pPr>
            <a:r>
              <a:rPr lang="en-US" sz="1100"/>
              <a:t>Focus on the existing task: James is putting a special restorative stain on the entire surface of the wooden chest. One can of stain covers about 35 square feet. How many cans of stain will James need?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Read the context aloud (or have a student read it).</a:t>
            </a:r>
          </a:p>
          <a:p>
            <a:r>
              <a:t>Before any math, students restate the situation and what is being asked in their own words.</a:t>
            </a:r>
          </a:p>
          <a:p>
            <a:r>
              <a:t>Ask: How many cans of stain will James need?</a:t>
            </a:r>
          </a:p>
          <a:p>
            <a:r>
              <a:t>UIFR: TEACH 1 · TEACH 3.</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surfaces does this situation require, and how can your net prove none are missing or counted twice?” Wait for evidence, invite another pathway, and have a student ask a follow-up question. Do not replace students’ reasoning with a sequence of leading steps.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11 | REVEAL</a:t>
            </a:r>
          </a:p>
          <a:p xmlns:a="http://schemas.openxmlformats.org/drawingml/2006/main">
            <a:pPr>
              <a:buNone/>
            </a:pPr>
            <a:r>
              <a:rPr lang="en-US" sz="1100"/>
              <a:t>Focus on the existing task: James is putting a special restorative stain on the entire surface of the wooden chest. How can you determine the total square feet of the chest?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We can find the area of each surface of the wooden chest.</a:t>
            </a:r>
          </a:p>
          <a:p>
            <a:r>
              <a:t>UIFR: TEACH 3 · TEACH 4.</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12 | TASK</a:t>
            </a:r>
          </a:p>
          <a:p xmlns:a="http://schemas.openxmlformats.org/drawingml/2006/main">
            <a:pPr>
              <a:buNone/>
            </a:pPr>
            <a:r>
              <a:rPr lang="en-US" sz="1100"/>
              <a:t>Focus on the existing task: We need to find the area of each surface of the wooden chest, or the surface area. The surface area of a three-dimensional figure is the…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calculate face areas.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Ask the question, then hold the silence — students think or jot before anyone answers.</a:t>
            </a:r>
          </a:p>
          <a:p>
            <a:r>
              <a:t>Take two or three responses and press with “Why?” or “How do you know?” before moving on.</a:t>
            </a:r>
          </a:p>
          <a:p>
            <a:r>
              <a:t>UIFR: TEACH 3.</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13 | REVEAL</a:t>
            </a:r>
          </a:p>
          <a:p xmlns:a="http://schemas.openxmlformats.org/drawingml/2006/main">
            <a:pPr>
              <a:buNone/>
            </a:pPr>
            <a:r>
              <a:rPr lang="en-US" sz="1100"/>
              <a:t>Focus on the existing task: What tool you can use to find the area of each surface of the wooden chest?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Students should have shared predictions before this reveal.</a:t>
            </a:r>
          </a:p>
          <a:p>
            <a:r>
              <a:t>Have them compare their thinking to what is shown: “Is this the same as what we said? Where is it different?”</a:t>
            </a:r>
          </a:p>
          <a:p>
            <a:r>
              <a:t>Press one student to explain the reveal in their own words.</a:t>
            </a:r>
          </a:p>
          <a:p>
            <a:r>
              <a:t>UIFR: TEACH 3 · TEACH 4.</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14 | REVEAL</a:t>
            </a:r>
          </a:p>
          <a:p xmlns:a="http://schemas.openxmlformats.org/drawingml/2006/main">
            <a:pPr>
              <a:buNone/>
            </a:pPr>
            <a:r>
              <a:rPr lang="en-US" sz="1100"/>
              <a:t>Focus on the existing task: We can use a net to deconstruct the chest. What type of three-dimensional figure models the chest?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The chest is a rectangular prism. It has 6 rectangular faces with 3 pairs of congruent faces .</a:t>
            </a:r>
          </a:p>
          <a:p>
            <a:r>
              <a:t>UIFR: TEACH 3 · TEACH 4.</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15 | WORKED</a:t>
            </a:r>
          </a:p>
          <a:p xmlns:a="http://schemas.openxmlformats.org/drawingml/2006/main">
            <a:pPr>
              <a:buNone/>
            </a:pPr>
            <a:r>
              <a:rPr lang="en-US" sz="1100"/>
              <a:t>Focus on the existing task: Let’s create a net of the rectangular prism chest. A rectangular prism is made up of 3 pairs of congruent faces. The bottom face is a…</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16 | REVEAL</a:t>
            </a:r>
          </a:p>
          <a:p xmlns:a="http://schemas.openxmlformats.org/drawingml/2006/main">
            <a:pPr>
              <a:buNone/>
            </a:pPr>
            <a:r>
              <a:rPr lang="en-US" sz="1100"/>
              <a:t>Focus on the existing task: Reveal: The dimensions of the rectangular prism correspond to the lengths and widths of the faces. The front and back faces are both…</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The dimensions of the rectangular prism correspond to the lengths and widths of the faces.</a:t>
            </a:r>
          </a:p>
          <a:p>
            <a:r>
              <a:t>UIFR: TEACH 3 · TEACH 4.</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17 | COLLABORATE</a:t>
            </a:r>
          </a:p>
          <a:p xmlns:a="http://schemas.openxmlformats.org/drawingml/2006/main">
            <a:pPr>
              <a:buNone/>
            </a:pPr>
            <a:r>
              <a:rPr lang="en-US" sz="1100"/>
              <a:t>Focus on the existing task: What is the area of each face?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Partner talk first: talk it through, agree on an answer, be ready to share.</a:t>
            </a:r>
          </a:p>
          <a:p>
            <a:r>
              <a:t>Circulate and listen for today’s vocabulary; choose a pair to share because of their strategy, not just a right answer.</a:t>
            </a:r>
          </a:p>
          <a:p>
            <a:r>
              <a:t>Reveal only after pairs have shared.</a:t>
            </a:r>
          </a:p>
          <a:p>
            <a:r>
              <a:t>UIFR: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including openings or forgetting a pair of faces. If it appears, label corresponding faces and cross-reference them with the original problem requirements; then ask the student to revise the same response and explain the change. If evidence is secure, have students compare a second valid pathway or state why their approach works. Choose the next step from the responses, not a preset pace.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18 | REVEAL</a:t>
            </a:r>
          </a:p>
          <a:p xmlns:a="http://schemas.openxmlformats.org/drawingml/2006/main">
            <a:pPr>
              <a:buNone/>
            </a:pPr>
            <a:r>
              <a:rPr lang="en-US" sz="1100"/>
              <a:t>Focus on the existing task: Areas of the faces: front and back: each top and bottom: each right and left: each How can you find the surface area of the rectangular prism?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We can add the areas of all the faces of the rectangular prism to find the surface area.</a:t>
            </a:r>
          </a:p>
          <a:p>
            <a:r>
              <a:t>UIFR: TEACH 3 · TEACH 4.</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19 | REVEAL</a:t>
            </a:r>
          </a:p>
          <a:p xmlns:a="http://schemas.openxmlformats.org/drawingml/2006/main">
            <a:pPr>
              <a:buNone/>
            </a:pPr>
            <a:r>
              <a:rPr lang="en-US" sz="1100"/>
              <a:t>Focus on the existing task: We can divide the surface area of the chest, 69 square feet, by the amount of paint one can of stain covers, 35 square feet. How many cans of stain are needed to cover the chest?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2 cans</a:t>
            </a:r>
          </a:p>
          <a:p>
            <a:r>
              <a:t>UIFR: TEACH 3 · TEACH 4.</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20 | PRACTICE</a:t>
            </a:r>
          </a:p>
          <a:p xmlns:a="http://schemas.openxmlformats.org/drawingml/2006/main">
            <a:pPr>
              <a:buNone/>
            </a:pPr>
            <a:r>
              <a:rPr lang="en-US" sz="1100"/>
              <a:t>Focus on the existing task: Workspace What is a formula that could be used to find the surface area of a rectangular prism?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Extension for partners or table groups — students choose their approach and use the workspace to show thinking.</a:t>
            </a:r>
          </a:p>
          <a:p>
            <a:r>
              <a:t>Push with “Convince me,” and have two groups with different approaches share.</a:t>
            </a:r>
          </a:p>
          <a:p>
            <a:r>
              <a:t>This is where students stretch past the worked example.</a:t>
            </a:r>
          </a:p>
          <a:p>
            <a:r>
              <a:t>UIFR: TEACH 2 · TEACH 5.</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22 | WARMUP</a:t>
            </a:r>
          </a:p>
          <a:p xmlns:a="http://schemas.openxmlformats.org/drawingml/2006/main">
            <a:pPr>
              <a:buNone/>
            </a:pPr>
            <a:r>
              <a:rPr lang="en-US" sz="1100"/>
              <a:t>Focus on the existing task: Warm-Up Session 2 Warm-Up Check what you remember from…</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23 | NOTES</a:t>
            </a:r>
          </a:p>
          <a:p xmlns:a="http://schemas.openxmlformats.org/drawingml/2006/main">
            <a:pPr>
              <a:buNone/>
            </a:pPr>
            <a:r>
              <a:rPr lang="en-US" sz="1100"/>
              <a:t>Focus on the existing task: Review Notes — Session 2 Session 2: Review Notes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24 | DIVIDER</a:t>
            </a:r>
          </a:p>
          <a:p xmlns:a="http://schemas.openxmlformats.org/drawingml/2006/main">
            <a:pPr>
              <a:buNone/>
            </a:pPr>
            <a:r>
              <a:rPr lang="en-US" sz="1100"/>
              <a:t>Focus on the existing task: Determine Surface Area of Prisms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Transition cue: state what materials are out and what success looks like this session.</a:t>
            </a:r>
          </a:p>
          <a:p>
            <a:r>
              <a:t>Keep the changeover under a minute.</a:t>
            </a:r>
          </a:p>
          <a:p>
            <a:r>
              <a:t>UIFR: TEACH 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25 | CURIOUS</a:t>
            </a:r>
          </a:p>
          <a:p xmlns:a="http://schemas.openxmlformats.org/drawingml/2006/main">
            <a:pPr>
              <a:buNone/>
            </a:pPr>
            <a:r>
              <a:rPr lang="en-US" sz="1100"/>
              <a:t>Focus on the existing task: What is helping you be a contributor to the math class community?</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Accept all noticings and wonderings — there are no wrong answers here.</a:t>
            </a:r>
          </a:p>
          <a:p>
            <a:r>
              <a:t>Give 20–30 seconds of quiet think time before taking responses; mix cold and warm calls so it is not always the same voices.</a:t>
            </a:r>
          </a:p>
          <a:p>
            <a:r>
              <a:t>Read the mindset question aloud and let two students respond.</a:t>
            </a:r>
          </a:p>
          <a:p>
            <a:r>
              <a:t>UIFR: TEACH 3 · TEACH 7.</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26 | TASK</a:t>
            </a:r>
          </a:p>
          <a:p xmlns:a="http://schemas.openxmlformats.org/drawingml/2006/main">
            <a:pPr>
              <a:buNone/>
            </a:pPr>
            <a:r>
              <a:rPr lang="en-US" sz="1100"/>
              <a:t>Focus on the existing task: What is the surface area of the prism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27 | COLLABORATE</a:t>
            </a:r>
          </a:p>
          <a:p xmlns:a="http://schemas.openxmlformats.org/drawingml/2006/main">
            <a:pPr>
              <a:buNone/>
            </a:pPr>
            <a:r>
              <a:rPr lang="en-US" sz="1100"/>
              <a:t>Focus on the existing task: What are some defining attributes of the prism that can help you create a net of the figure?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Partner talk first: talk it through, agree on an answer, be ready to share.</a:t>
            </a:r>
          </a:p>
          <a:p>
            <a:r>
              <a:t>Circulate and listen for today’s vocabulary; choose a pair to share because of their strategy, not just a right answer.</a:t>
            </a:r>
          </a:p>
          <a:p>
            <a:r>
              <a:t>Reveal only after pairs have shared.</a:t>
            </a:r>
          </a:p>
          <a:p>
            <a:r>
              <a:t>UIFR: TEACH 5.</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28 | TASK</a:t>
            </a:r>
          </a:p>
          <a:p xmlns:a="http://schemas.openxmlformats.org/drawingml/2006/main">
            <a:pPr>
              <a:buNone/>
            </a:pPr>
            <a:r>
              <a:rPr lang="en-US" sz="1100"/>
              <a:t>Focus on the existing task: This is a triangular prism. It has two triangular bases that are congruent and parallel to each other, two congruent rectangular faces…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Ask the question, then hold the silence — students think or jot before anyone answers.</a:t>
            </a:r>
          </a:p>
          <a:p>
            <a:r>
              <a:t>Take two or three responses and press with “Why?” or “How do you know?” before moving on.</a:t>
            </a:r>
          </a:p>
          <a:p>
            <a:r>
              <a:t>UIFR: TEACH 3.</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29 | WORKED</a:t>
            </a:r>
          </a:p>
          <a:p xmlns:a="http://schemas.openxmlformats.org/drawingml/2006/main">
            <a:pPr>
              <a:buNone/>
            </a:pPr>
            <a:r>
              <a:rPr lang="en-US" sz="1100"/>
              <a:t>Focus on the existing task: The bottom side is a 20-centimeter by 12-centimeter rectangle. A Different Kind of Prism</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30 | WORKED</a:t>
            </a:r>
          </a:p>
          <a:p xmlns:a="http://schemas.openxmlformats.org/drawingml/2006/main">
            <a:pPr>
              <a:buNone/>
            </a:pPr>
            <a:r>
              <a:rPr lang="en-US" sz="1100"/>
              <a:t>Focus on the existing task: The two other sides are 10-centimeter by 20-centimeter rectangles. A Different Kind of Prism</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31 | WORKED</a:t>
            </a:r>
          </a:p>
          <a:p xmlns:a="http://schemas.openxmlformats.org/drawingml/2006/main">
            <a:pPr>
              <a:buNone/>
            </a:pPr>
            <a:r>
              <a:rPr lang="en-US" sz="1100"/>
              <a:t>Focus on the existing task: We can use the area formulas for triangles and rectangles to find the area of each face. And then add the areas of each face to find the…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32 | WORKED</a:t>
            </a:r>
          </a:p>
          <a:p xmlns:a="http://schemas.openxmlformats.org/drawingml/2006/main">
            <a:pPr>
              <a:buNone/>
            </a:pPr>
            <a:r>
              <a:rPr lang="en-US" sz="1100"/>
              <a:t>Focus on the existing task: Let’s find the area of each face of the triangular prism. Area of each triangular base: Area of each triangular base: A Different Kind…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33 | WORKED</a:t>
            </a:r>
          </a:p>
          <a:p xmlns:a="http://schemas.openxmlformats.org/drawingml/2006/main">
            <a:pPr>
              <a:buNone/>
            </a:pPr>
            <a:r>
              <a:rPr lang="en-US" sz="1100"/>
              <a:t>Focus on the existing task: Let’s find the area of each face of the triangular prism. Area of each congruent rectangular face: Area of two congruent rectangular…</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34 | WORKED</a:t>
            </a:r>
          </a:p>
          <a:p xmlns:a="http://schemas.openxmlformats.org/drawingml/2006/main">
            <a:pPr>
              <a:buNone/>
            </a:pPr>
            <a:r>
              <a:rPr lang="en-US" sz="1100"/>
              <a:t>Focus on the existing task: Area of the other rectangular face: Let’s find the area of each face of the triangular prism. A Different Kind of Prism</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35 | WORKED</a:t>
            </a:r>
          </a:p>
          <a:p xmlns:a="http://schemas.openxmlformats.org/drawingml/2006/main">
            <a:pPr>
              <a:buNone/>
            </a:pPr>
            <a:r>
              <a:rPr lang="en-US" sz="1100"/>
              <a:t>Focus on the existing task: Add the areas to find the surface area of the triangular prism. Area of the two triangular bases: Area of the two congruent rectangular…</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36 | PRACTICE</a:t>
            </a:r>
          </a:p>
          <a:p xmlns:a="http://schemas.openxmlformats.org/drawingml/2006/main">
            <a:pPr>
              <a:buNone/>
            </a:pPr>
            <a:r>
              <a:rPr lang="en-US" sz="1100"/>
              <a:t>Focus on the existing task: What type of triangles are the bases of this prism?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Extension for partners or table groups — students choose their approach and use the workspace to show thinking.</a:t>
            </a:r>
          </a:p>
          <a:p>
            <a:r>
              <a:t>Push with “Convince me,” and have two groups with different approaches share.</a:t>
            </a:r>
          </a:p>
          <a:p>
            <a:r>
              <a:t>This is where students stretch past the worked example.</a:t>
            </a:r>
          </a:p>
          <a:p>
            <a:r>
              <a:t>UIFR: TEACH 2 · TEACH 5.</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38 | SUMMARIZE</a:t>
            </a:r>
          </a:p>
          <a:p xmlns:a="http://schemas.openxmlformats.org/drawingml/2006/main">
            <a:pPr>
              <a:buNone/>
            </a:pPr>
            <a:r>
              <a:rPr lang="en-US" sz="1100"/>
              <a:t>Focus on the existing task: The surface area of a three-dimensional figure is the sum of the areas of the faces. A net can help you unfold the prism into…</a:t>
            </a:r>
          </a:p>
          <a:p xmlns:a="http://schemas.openxmlformats.org/drawingml/2006/main">
            <a:pPr>
              <a:buNone/>
            </a:pPr>
            <a:r>
              <a:rPr lang="en-US" sz="1100"/>
              <a:t>CONNECT (T1/4): Ask students to restate the displayed goal or key idea and connect it to earlier work. Relevant lesson evidence: account for every required prism face once; calculate face areas; respect excluded surfaces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39 | APPLY</a:t>
            </a:r>
          </a:p>
          <a:p xmlns:a="http://schemas.openxmlformats.org/drawingml/2006/main">
            <a:pPr>
              <a:buNone/>
            </a:pPr>
            <a:r>
              <a:rPr lang="en-US" sz="1100"/>
              <a:t>Focus on the existing task: Tahira is planning to paint the walls of her bedroom, which is in the shape of a rectangular prism. The bedroom has one window and two…</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account for every required prism face once. Ask which feature of their work supports the claim.</a:t>
            </a:r>
          </a:p>
          <a:p xmlns:a="http://schemas.openxmlformats.org/drawingml/2006/main">
            <a:pPr>
              <a:buNone/>
            </a:pPr>
            <a:r>
              <a:rPr lang="en-US" sz="1100"/>
              <a:t>RESPOND: If this task shows the lesson misconception—including openings or forgetting a pair of faces—label corresponding faces and cross-reference them with the original problem requirements.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Apply task — students try it independently first, then partners compare answers and reasoning.</a:t>
            </a:r>
          </a:p>
          <a:p>
            <a:r>
              <a:t>Collect a quick pulse (thumbs or whiteboards) before the close; this tells you who needs a second look tomorrow.</a:t>
            </a:r>
          </a:p>
          <a:p>
            <a:r>
              <a:t>UIFR: TEACH 2 · TEACH 4.</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account for every required prism face once; calculate face areas; respect excluded surfaces in context. Respond with one specific next step tied to the work. Students revise and annotate what changed, then identify a criterion they can now demonstrate and one they still need to practice.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5.7, slide 40 | REFLECTION</a:t>
            </a:r>
          </a:p>
          <a:p xmlns:a="http://schemas.openxmlformats.org/drawingml/2006/main">
            <a:pPr>
              <a:buNone/>
            </a:pPr>
            <a:r>
              <a:rPr lang="en-US" sz="1100"/>
              <a:t>Focus on the existing task: Learning Targets I can use nets and a formula to determine the surface area of rectangular prisms. I can use nets and a formula to…</a:t>
            </a:r>
          </a:p>
          <a:p xmlns:a="http://schemas.openxmlformats.org/drawingml/2006/main">
            <a:pPr>
              <a:buNone/>
            </a:pPr>
            <a:r>
              <a:rPr lang="en-US" sz="1100"/>
              <a:t>CONNECT (T1/4): Ask students to restate the displayed goal or key idea and connect it to earlier work. Relevant lesson evidence: account for every required prism face once; calculate face areas; respect excluded surfaces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Read each target; students self-rate with fist-to-five or thumbs.</a:t>
            </a:r>
          </a:p>
          <a:p>
            <a:r>
              <a:t>Tie back to the goal from the start of class: did we get there?</a:t>
            </a:r>
          </a:p>
          <a:p>
            <a:r>
              <a:t>Note any target that rates low — revisit it tomorrow.</a:t>
            </a:r>
          </a:p>
          <a:p>
            <a:r>
              <a:t>UIFR: TEACH 1 · TEACH 4.</a:t>
            </a:r>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including openings or forgetting a pair of faces.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corresponding faces and cross-reference them with the original problem requirements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5.7, slide 7 | PRIOR_INSERT</a:t>
            </a:r>
          </a:p>
          <a:p xmlns:a="http://schemas.openxmlformats.org/drawingml/2006/main">
            <a:pPr>
              <a:buNone/>
            </a:pPr>
            <a:r>
              <a:rPr lang="en-US" sz="1100"/>
              <a:t>Focus on the existing task: LESSON 5.7 / OUR LEARNING What will show your learning?</a:t>
            </a:r>
          </a:p>
          <a:p xmlns:a="http://schemas.openxmlformats.org/drawingml/2006/main">
            <a:pPr>
              <a:buNone/>
            </a:pPr>
            <a:r>
              <a:rPr lang="en-US" sz="1100"/>
              <a:t>CONNECT (T1/4): Ask students to restate the displayed goal or key idea and connect it to earlier work. Relevant lesson evidence: account for every required prism face once; calculate face areas; respect excluded surfaces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5.7, slide 21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account for every required prism face once; calculate face areas; respect excluded surfaces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5.7, slide 37 | PRIOR_INSERT</a:t>
            </a:r>
          </a:p>
          <a:p xmlns:a="http://schemas.openxmlformats.org/drawingml/2006/main">
            <a:pPr>
              <a:buNone/>
            </a:pPr>
            <a:r>
              <a:rPr lang="en-US" sz="1100"/>
              <a:t>Focus on the existing task: LESSON 5.7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account for every required prism face once; calculate face areas; respect excluded surfaces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5.7, slide 41 | PRIOR_INSERT</a:t>
            </a:r>
          </a:p>
          <a:p xmlns:a="http://schemas.openxmlformats.org/drawingml/2006/main">
            <a:pPr>
              <a:buNone/>
            </a:pPr>
            <a:r>
              <a:rPr lang="en-US" sz="1100"/>
              <a:t>Focus on the existing task: LESSON 5.7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account for every required prism face once; calculate face areas; respect excluded surfaces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450837024"/>
      </p:ext>
    </p:extLst>
  </p:cSld>
  <p:clrMapOvr>
    <a:masterClrMapping/>
  </p:clrMapOvr>
  <p:extLst>
    <p:ext uri="{DCECCB84-F9BA-43D5-87BE-67443E8EF086}">
      <p15:sldGuideLst xmlns:p15="http://schemas.microsoft.com/office/powerpoint/2012/main">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1-column">
    <p:spTree>
      <p:nvGrpSpPr>
        <p:cNvPr id="1" name=""/>
        <p:cNvGrpSpPr/>
        <p:nvPr/>
      </p:nvGrpSpPr>
      <p:grpSpPr>
        <a:xfrm>
          <a:off x="0" y="0"/>
          <a:ext cx="0" cy="0"/>
          <a:chOff x="0" y="0"/>
          <a:chExt cx="0" cy="0"/>
        </a:xfrm>
      </p:grpSpPr>
      <p:sp>
        <p:nvSpPr>
          <p:cNvPr id="10" name="Slide Number Placeholder 5"/>
          <p:cNvSpPr>
            <a:spLocks noGrp="1"/>
          </p:cNvSpPr>
          <p:nvPr>
            <p:ph type="sldNum" sz="quarter" idx="4"/>
          </p:nvPr>
        </p:nvSpPr>
        <p:spPr>
          <a:xfrm>
            <a:off x="10436045" y="6528815"/>
            <a:ext cx="1278151" cy="228600"/>
          </a:xfrm>
          <a:prstGeom prst="rect">
            <a:avLst/>
          </a:prstGeom>
        </p:spPr>
        <p:txBody>
          <a:bodyPr vert="horz" lIns="91440" tIns="45720" rIns="91440" bIns="45720" rtlCol="0" anchor="ctr"/>
          <a:lstStyle>
            <a:lvl1pPr algn="r">
              <a:defRPr sz="900">
                <a:solidFill>
                  <a:schemeClr val="tx2"/>
                </a:solidFill>
              </a:defRPr>
            </a:lvl1pPr>
          </a:lstStyle>
          <a:p>
            <a:fld id="{40BFEAB2-FD83-41F2-9787-AD5D1A1760CD}" type="slidenum">
              <a:rPr lang="en-US" smtClean="0"/>
              <a:pPr/>
              <a:t>‹#›</a:t>
            </a:fld>
            <a:endParaRPr lang="en-US" dirty="0"/>
          </a:p>
        </p:txBody>
      </p:sp>
      <p:sp>
        <p:nvSpPr>
          <p:cNvPr id="7" name="Footer Placeholder 9">
            <a:extLst>
              <a:ext uri="{FF2B5EF4-FFF2-40B4-BE49-F238E27FC236}">
                <a16:creationId xmlns:a16="http://schemas.microsoft.com/office/drawing/2014/main" id="{A6B10B21-A22D-4973-9F22-3C85C87DD1D6}"/>
              </a:ext>
            </a:extLst>
          </p:cNvPr>
          <p:cNvSpPr txBox="1">
            <a:spLocks/>
          </p:cNvSpPr>
          <p:nvPr userDrawn="1"/>
        </p:nvSpPr>
        <p:spPr>
          <a:xfrm>
            <a:off x="490549" y="6528816"/>
            <a:ext cx="2072640"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dirty="0">
                <a:solidFill>
                  <a:schemeClr val="tx2"/>
                </a:solidFill>
                <a:latin typeface="Arial" panose="020B0604020202020204" pitchFamily="34" charset="0"/>
                <a:cs typeface="Arial" panose="020B0604020202020204" pitchFamily="34" charset="0"/>
              </a:rPr>
              <a:t>McGraw Hill   </a:t>
            </a:r>
            <a:r>
              <a:rPr lang="en-US" sz="900" b="1" spc="0" baseline="0" dirty="0">
                <a:solidFill>
                  <a:schemeClr val="tx2"/>
                </a:solidFill>
                <a:latin typeface="Arial" panose="020B0604020202020204" pitchFamily="34" charset="0"/>
                <a:cs typeface="Arial" panose="020B0604020202020204" pitchFamily="34" charset="0"/>
              </a:rPr>
              <a:t>|</a:t>
            </a:r>
            <a:endParaRPr lang="en-US" sz="900" dirty="0">
              <a:solidFill>
                <a:schemeClr val="tx2"/>
              </a:solidFill>
              <a:latin typeface="Arial" panose="020B0604020202020204" pitchFamily="34" charset="0"/>
              <a:cs typeface="Arial" panose="020B0604020202020204" pitchFamily="34" charset="0"/>
            </a:endParaRPr>
          </a:p>
        </p:txBody>
      </p:sp>
      <p:sp>
        <p:nvSpPr>
          <p:cNvPr id="8" name="Footer Placeholder 4">
            <a:extLst>
              <a:ext uri="{FF2B5EF4-FFF2-40B4-BE49-F238E27FC236}">
                <a16:creationId xmlns:a16="http://schemas.microsoft.com/office/drawing/2014/main" id="{A64EDF15-04D6-4FE5-B900-301ADC58C14E}"/>
              </a:ext>
            </a:extLst>
          </p:cNvPr>
          <p:cNvSpPr>
            <a:spLocks noGrp="1"/>
          </p:cNvSpPr>
          <p:nvPr>
            <p:ph type="ftr" sz="quarter" idx="3"/>
          </p:nvPr>
        </p:nvSpPr>
        <p:spPr>
          <a:xfrm>
            <a:off x="1402828" y="6528816"/>
            <a:ext cx="7315200" cy="228600"/>
          </a:xfrm>
          <a:prstGeom prst="rect">
            <a:avLst/>
          </a:prstGeom>
        </p:spPr>
        <p:txBody>
          <a:bodyPr vert="horz" lIns="91440" tIns="45720" rIns="91440" bIns="45720" rtlCol="0" anchor="ctr"/>
          <a:lstStyle>
            <a:lvl1pPr algn="l">
              <a:defRPr sz="900">
                <a:solidFill>
                  <a:schemeClr val="tx2"/>
                </a:solidFill>
              </a:defRPr>
            </a:lvl1pPr>
          </a:lstStyle>
          <a:p>
            <a:r>
              <a:rPr lang="en-US" dirty="0"/>
              <a:t>Update Footer Text in Insert Tab's Header &amp; Footer [Title Case]</a:t>
            </a:r>
          </a:p>
        </p:txBody>
      </p:sp>
    </p:spTree>
    <p:extLst>
      <p:ext uri="{BB962C8B-B14F-4D97-AF65-F5344CB8AC3E}">
        <p14:creationId xmlns:p14="http://schemas.microsoft.com/office/powerpoint/2010/main" val="3464801227"/>
      </p:ext>
    </p:extLst>
  </p:cSld>
  <p:clrMapOvr>
    <a:masterClrMapping/>
  </p:clrMapOvr>
  <p:extLst>
    <p:ext uri="{DCECCB84-F9BA-43D5-87BE-67443E8EF086}">
      <p15:sldGuideLst xmlns:p15="http://schemas.microsoft.com/office/powerpoint/2012/main">
        <p15:guide id="1" orient="horz" pos="3772" userDrawn="1">
          <p15:clr>
            <a:srgbClr val="FBAE40"/>
          </p15:clr>
        </p15:guide>
        <p15:guide id="2" orient="horz" pos="804" userDrawn="1">
          <p15:clr>
            <a:srgbClr val="FBAE40"/>
          </p15:clr>
        </p15:guide>
        <p15:guide id="3" pos="384" userDrawn="1">
          <p15:clr>
            <a:srgbClr val="FBAE40"/>
          </p15:clr>
        </p15:guide>
        <p15:guide id="4" pos="3940" userDrawn="1">
          <p15:clr>
            <a:srgbClr val="FBAE40"/>
          </p15:clr>
        </p15:guide>
        <p15:guide id="5" pos="40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5272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69D-F592-2049-8CD9-3C1B32B2A7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9CB6B09-56C4-7846-91C7-D59B315A4E0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FD7E8-7200-C949-BB13-E118073F91F2}"/>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5" name="Footer Placeholder 4">
            <a:extLst>
              <a:ext uri="{FF2B5EF4-FFF2-40B4-BE49-F238E27FC236}">
                <a16:creationId xmlns:a16="http://schemas.microsoft.com/office/drawing/2014/main" id="{E7D72EFC-4EE7-4144-B95B-17CEC44247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AEEA334-DEDB-FD4F-A53E-79E012CF9F82}"/>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954597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61B1-1B3F-1D4F-BAF9-3AED686D041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8BD20-3EDF-1145-A857-0A2532D8ED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FF297-A420-0E4D-8F5A-96354E7D482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5" name="Footer Placeholder 4">
            <a:extLst>
              <a:ext uri="{FF2B5EF4-FFF2-40B4-BE49-F238E27FC236}">
                <a16:creationId xmlns:a16="http://schemas.microsoft.com/office/drawing/2014/main" id="{91CD8232-4862-E442-8744-1E53D51884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5946B13-3CFA-694F-883B-C9278D1A9D8F}"/>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64206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FD96-1F21-9341-9470-D1F6FFBAA8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9F910CA-4AF6-1749-AB0F-67BB34724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B918-DC9E-A948-A567-F7C72364A9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5F046-E5F8-414F-838B-1E32E10C416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6" name="Footer Placeholder 5">
            <a:extLst>
              <a:ext uri="{FF2B5EF4-FFF2-40B4-BE49-F238E27FC236}">
                <a16:creationId xmlns:a16="http://schemas.microsoft.com/office/drawing/2014/main" id="{3162DBDD-179C-CF42-B4CE-C2805343451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6D4D96-8DBD-5C46-B28F-FAA0903CB81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796359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3F92-104A-9347-A779-BB46FF26A8C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A4409B-23B4-E649-87C8-C7FF6C11B00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428990-9B24-CB41-BA6A-B87D8AC4D5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013B01-5E24-C14E-82B9-9575D70E4BE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0F52B-161F-6A4C-B060-C83953959F0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CE9F-AA0C-AA41-BF7B-1F905189C3C0}"/>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8" name="Footer Placeholder 7">
            <a:extLst>
              <a:ext uri="{FF2B5EF4-FFF2-40B4-BE49-F238E27FC236}">
                <a16:creationId xmlns:a16="http://schemas.microsoft.com/office/drawing/2014/main" id="{5299CB08-02C8-4040-8A99-81393E307A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C624D65-BBE1-0840-9374-4BB6B564FBE1}"/>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29116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58484-B3AD-9047-9FEB-02810EBA723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AD3965A-F46D-5147-9CCD-8A3B9831D3AF}"/>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4" name="Footer Placeholder 3">
            <a:extLst>
              <a:ext uri="{FF2B5EF4-FFF2-40B4-BE49-F238E27FC236}">
                <a16:creationId xmlns:a16="http://schemas.microsoft.com/office/drawing/2014/main" id="{FEDCDC3B-B0F5-B546-B615-443CF233118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B81633E-DE52-574B-9D1C-CB1522C6D444}"/>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60170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dirty="0"/>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4055708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BB66-84CB-9947-976C-4F6A66C190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16C2F-957B-8B41-B2E1-5905C4080AA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2202C1-BE7A-BA4C-AB5F-712D63C088B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417E-77FB-3C40-95FC-B74C241D71BC}"/>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6" name="Footer Placeholder 5">
            <a:extLst>
              <a:ext uri="{FF2B5EF4-FFF2-40B4-BE49-F238E27FC236}">
                <a16:creationId xmlns:a16="http://schemas.microsoft.com/office/drawing/2014/main" id="{A586D0B9-B2F1-B846-8D9E-ABA1961B47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AC2AE01-31A0-F849-9F7C-F176989D72B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570880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998-1F1A-3C40-969A-21C392F7A8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40331-6224-DA4B-80D7-D45D0B7917B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8D2-3869-9A45-912D-C9DC1FABB9B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E8450-A06C-FD4F-A28C-49ECD9FB83B8}"/>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6" name="Footer Placeholder 5">
            <a:extLst>
              <a:ext uri="{FF2B5EF4-FFF2-40B4-BE49-F238E27FC236}">
                <a16:creationId xmlns:a16="http://schemas.microsoft.com/office/drawing/2014/main" id="{537347B8-BC56-AF4A-85A3-E7CA9A6882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3DFB10-112C-B643-935B-970B5CC9BE7B}"/>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05071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E914-F3CA-0945-B2AA-8C7AF720EE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399F88-00FF-D140-A8A6-3C6772925C6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1986D-1C20-914A-AD35-5B63CFE0F42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5" name="Footer Placeholder 4">
            <a:extLst>
              <a:ext uri="{FF2B5EF4-FFF2-40B4-BE49-F238E27FC236}">
                <a16:creationId xmlns:a16="http://schemas.microsoft.com/office/drawing/2014/main" id="{CE9244C6-D626-EC42-9DAA-C77B5F7D1E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417302-F1F7-0044-8A67-38CA545F63BA}"/>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0761495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E9C3F-1005-CB4E-B0F6-D1C0C457C64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0AEDC-2F40-0C44-AA13-1D0849FFD47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8080A-0DE6-534B-9F0D-0F62A2792B7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5" name="Footer Placeholder 4">
            <a:extLst>
              <a:ext uri="{FF2B5EF4-FFF2-40B4-BE49-F238E27FC236}">
                <a16:creationId xmlns:a16="http://schemas.microsoft.com/office/drawing/2014/main" id="{A659B2E0-1405-3149-B511-4F6C6FBFE1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8DFEAF-7F52-6542-9AF3-CC6A7561395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326893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2559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69D-F592-2049-8CD9-3C1B32B2A7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9CB6B09-56C4-7846-91C7-D59B315A4E0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FD7E8-7200-C949-BB13-E118073F91F2}"/>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5" name="Footer Placeholder 4">
            <a:extLst>
              <a:ext uri="{FF2B5EF4-FFF2-40B4-BE49-F238E27FC236}">
                <a16:creationId xmlns:a16="http://schemas.microsoft.com/office/drawing/2014/main" id="{E7D72EFC-4EE7-4144-B95B-17CEC44247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AEEA334-DEDB-FD4F-A53E-79E012CF9F82}"/>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7606141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61B1-1B3F-1D4F-BAF9-3AED686D041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8BD20-3EDF-1145-A857-0A2532D8ED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FF297-A420-0E4D-8F5A-96354E7D482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5" name="Footer Placeholder 4">
            <a:extLst>
              <a:ext uri="{FF2B5EF4-FFF2-40B4-BE49-F238E27FC236}">
                <a16:creationId xmlns:a16="http://schemas.microsoft.com/office/drawing/2014/main" id="{91CD8232-4862-E442-8744-1E53D51884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5946B13-3CFA-694F-883B-C9278D1A9D8F}"/>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2717280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FD96-1F21-9341-9470-D1F6FFBAA8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9F910CA-4AF6-1749-AB0F-67BB34724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B918-DC9E-A948-A567-F7C72364A9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5F046-E5F8-414F-838B-1E32E10C416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6" name="Footer Placeholder 5">
            <a:extLst>
              <a:ext uri="{FF2B5EF4-FFF2-40B4-BE49-F238E27FC236}">
                <a16:creationId xmlns:a16="http://schemas.microsoft.com/office/drawing/2014/main" id="{3162DBDD-179C-CF42-B4CE-C2805343451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6D4D96-8DBD-5C46-B28F-FAA0903CB81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124200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3F92-104A-9347-A779-BB46FF26A8C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A4409B-23B4-E649-87C8-C7FF6C11B00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428990-9B24-CB41-BA6A-B87D8AC4D5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013B01-5E24-C14E-82B9-9575D70E4BE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0F52B-161F-6A4C-B060-C83953959F0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CE9F-AA0C-AA41-BF7B-1F905189C3C0}"/>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8" name="Footer Placeholder 7">
            <a:extLst>
              <a:ext uri="{FF2B5EF4-FFF2-40B4-BE49-F238E27FC236}">
                <a16:creationId xmlns:a16="http://schemas.microsoft.com/office/drawing/2014/main" id="{5299CB08-02C8-4040-8A99-81393E307A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C624D65-BBE1-0840-9374-4BB6B564FBE1}"/>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531642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58484-B3AD-9047-9FEB-02810EBA723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AD3965A-F46D-5147-9CCD-8A3B9831D3AF}"/>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4" name="Footer Placeholder 3">
            <a:extLst>
              <a:ext uri="{FF2B5EF4-FFF2-40B4-BE49-F238E27FC236}">
                <a16:creationId xmlns:a16="http://schemas.microsoft.com/office/drawing/2014/main" id="{FEDCDC3B-B0F5-B546-B615-443CF233118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B81633E-DE52-574B-9D1C-CB1522C6D444}"/>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9242564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dirty="0"/>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76971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BB66-84CB-9947-976C-4F6A66C190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16C2F-957B-8B41-B2E1-5905C4080AA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2202C1-BE7A-BA4C-AB5F-712D63C088B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417E-77FB-3C40-95FC-B74C241D71BC}"/>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6" name="Footer Placeholder 5">
            <a:extLst>
              <a:ext uri="{FF2B5EF4-FFF2-40B4-BE49-F238E27FC236}">
                <a16:creationId xmlns:a16="http://schemas.microsoft.com/office/drawing/2014/main" id="{A586D0B9-B2F1-B846-8D9E-ABA1961B47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AC2AE01-31A0-F849-9F7C-F176989D72B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6023632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998-1F1A-3C40-969A-21C392F7A8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40331-6224-DA4B-80D7-D45D0B7917B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8D2-3869-9A45-912D-C9DC1FABB9B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E8450-A06C-FD4F-A28C-49ECD9FB83B8}"/>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6" name="Footer Placeholder 5">
            <a:extLst>
              <a:ext uri="{FF2B5EF4-FFF2-40B4-BE49-F238E27FC236}">
                <a16:creationId xmlns:a16="http://schemas.microsoft.com/office/drawing/2014/main" id="{537347B8-BC56-AF4A-85A3-E7CA9A6882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3DFB10-112C-B643-935B-970B5CC9BE7B}"/>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4168236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E914-F3CA-0945-B2AA-8C7AF720EE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399F88-00FF-D140-A8A6-3C6772925C6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1986D-1C20-914A-AD35-5B63CFE0F42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5" name="Footer Placeholder 4">
            <a:extLst>
              <a:ext uri="{FF2B5EF4-FFF2-40B4-BE49-F238E27FC236}">
                <a16:creationId xmlns:a16="http://schemas.microsoft.com/office/drawing/2014/main" id="{CE9244C6-D626-EC42-9DAA-C77B5F7D1E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417302-F1F7-0044-8A67-38CA545F63BA}"/>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2940521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E9C3F-1005-CB4E-B0F6-D1C0C457C64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0AEDC-2F40-0C44-AA13-1D0849FFD47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8080A-0DE6-534B-9F0D-0F62A2792B7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2/23/2023</a:t>
            </a:fld>
            <a:endParaRPr lang="en-US"/>
          </a:p>
        </p:txBody>
      </p:sp>
      <p:sp>
        <p:nvSpPr>
          <p:cNvPr id="5" name="Footer Placeholder 4">
            <a:extLst>
              <a:ext uri="{FF2B5EF4-FFF2-40B4-BE49-F238E27FC236}">
                <a16:creationId xmlns:a16="http://schemas.microsoft.com/office/drawing/2014/main" id="{A659B2E0-1405-3149-B511-4F6C6FBFE1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8DFEAF-7F52-6542-9AF3-CC6A7561395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848124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CC7E3B-3826-A747-907B-434CD0AB1B6D}"/>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2141884" y="0"/>
            <a:ext cx="10030237" cy="1640714"/>
          </a:xfrm>
          <a:prstGeom prst="rect">
            <a:avLst/>
          </a:prstGeom>
        </p:spPr>
      </p:pic>
      <p:sp>
        <p:nvSpPr>
          <p:cNvPr id="9" name="Footer Placeholder 4">
            <a:extLst>
              <a:ext uri="{FF2B5EF4-FFF2-40B4-BE49-F238E27FC236}">
                <a16:creationId xmlns:a16="http://schemas.microsoft.com/office/drawing/2014/main" id="{7B87EEFC-3D04-9C41-873A-79E3F696160C}"/>
              </a:ext>
            </a:extLst>
          </p:cNvPr>
          <p:cNvSpPr txBox="1">
            <a:spLocks/>
          </p:cNvSpPr>
          <p:nvPr userDrawn="1"/>
        </p:nvSpPr>
        <p:spPr>
          <a:xfrm>
            <a:off x="1402828" y="6528816"/>
            <a:ext cx="6270960" cy="228600"/>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McGraw Hill</a:t>
            </a:r>
          </a:p>
        </p:txBody>
      </p:sp>
      <p:pic>
        <p:nvPicPr>
          <p:cNvPr id="12" name="Picture 11">
            <a:extLst>
              <a:ext uri="{FF2B5EF4-FFF2-40B4-BE49-F238E27FC236}">
                <a16:creationId xmlns:a16="http://schemas.microsoft.com/office/drawing/2014/main" id="{0A3C2FB6-2066-4943-A3E2-2DA7B26280D4}"/>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492908" y="5619163"/>
            <a:ext cx="654674" cy="654674"/>
          </a:xfrm>
          <a:prstGeom prst="rect">
            <a:avLst/>
          </a:prstGeom>
        </p:spPr>
      </p:pic>
      <p:cxnSp>
        <p:nvCxnSpPr>
          <p:cNvPr id="13" name="Straight Connector 12">
            <a:extLst>
              <a:ext uri="{FF2B5EF4-FFF2-40B4-BE49-F238E27FC236}">
                <a16:creationId xmlns:a16="http://schemas.microsoft.com/office/drawing/2014/main" id="{8E3B969C-3783-264E-8850-A53199584177}"/>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0C52BA41-91DC-FA49-8FBB-46C6C1B93FAD}"/>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dirty="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spTree>
    <p:extLst>
      <p:ext uri="{BB962C8B-B14F-4D97-AF65-F5344CB8AC3E}">
        <p14:creationId xmlns:p14="http://schemas.microsoft.com/office/powerpoint/2010/main" val="1502882778"/>
      </p:ext>
    </p:extLst>
  </p:cSld>
  <p:clrMap bg1="lt1" tx1="dk1" bg2="lt2" tx2="dk2" accent1="accent1" accent2="accent2" accent3="accent3" accent4="accent4" accent5="accent5" accent6="accent6" hlink="hlink" folHlink="folHlink"/>
  <p:sldLayoutIdLst>
    <p:sldLayoutId id="2147483680" r:id="rId1"/>
    <p:sldLayoutId id="2147483665"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59">
          <p15:clr>
            <a:srgbClr val="F26B43"/>
          </p15:clr>
        </p15:guide>
        <p15:guide id="2" orient="horz" pos="360">
          <p15:clr>
            <a:srgbClr val="F26B43"/>
          </p15:clr>
        </p15:guide>
        <p15:guide id="5" pos="3840">
          <p15:clr>
            <a:srgbClr val="F26B43"/>
          </p15:clr>
        </p15:guide>
        <p15:guide id="6" pos="384">
          <p15:clr>
            <a:srgbClr val="F26B43"/>
          </p15:clr>
        </p15:guide>
        <p15:guide id="7" pos="7296">
          <p15:clr>
            <a:srgbClr val="F26B43"/>
          </p15:clr>
        </p15:guide>
        <p15:guide id="9" orient="horz" pos="4211">
          <p15:clr>
            <a:srgbClr val="F26B43"/>
          </p15:clr>
        </p15:guide>
        <p15:guide id="10" pos="1120">
          <p15:clr>
            <a:srgbClr val="F26B43"/>
          </p15:clr>
        </p15:guide>
        <p15:guide id="11"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223C3C7-1489-9C41-8C28-D9B5002D9755}"/>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9">
            <a:extLst>
              <a:ext uri="{FF2B5EF4-FFF2-40B4-BE49-F238E27FC236}">
                <a16:creationId xmlns:a16="http://schemas.microsoft.com/office/drawing/2014/main" id="{31BA0F39-6F16-BD45-B2F6-8E8E0FCE6D22}"/>
              </a:ext>
            </a:extLst>
          </p:cNvPr>
          <p:cNvSpPr txBox="1">
            <a:spLocks/>
          </p:cNvSpPr>
          <p:nvPr userDrawn="1"/>
        </p:nvSpPr>
        <p:spPr>
          <a:xfrm>
            <a:off x="490549" y="6528815"/>
            <a:ext cx="1036320" cy="32466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dirty="0">
                <a:solidFill>
                  <a:schemeClr val="tx2"/>
                </a:solidFill>
                <a:latin typeface="Arial" panose="020B0604020202020204" pitchFamily="34" charset="0"/>
                <a:cs typeface="Arial" panose="020B0604020202020204" pitchFamily="34" charset="0"/>
              </a:rPr>
              <a:t>McGraw Hill   </a:t>
            </a:r>
            <a:r>
              <a:rPr lang="en-US" sz="900" b="1" spc="0" baseline="0" dirty="0">
                <a:solidFill>
                  <a:schemeClr val="tx2"/>
                </a:solidFill>
                <a:latin typeface="Arial" panose="020B0604020202020204" pitchFamily="34" charset="0"/>
                <a:cs typeface="Arial" panose="020B0604020202020204" pitchFamily="34" charset="0"/>
              </a:rPr>
              <a:t>|</a:t>
            </a:r>
            <a:endParaRPr lang="en-US" sz="900" dirty="0">
              <a:solidFill>
                <a:schemeClr val="tx2"/>
              </a:solidFill>
              <a:latin typeface="Arial" panose="020B0604020202020204" pitchFamily="34" charset="0"/>
              <a:cs typeface="Arial" panose="020B0604020202020204" pitchFamily="34" charset="0"/>
            </a:endParaRPr>
          </a:p>
        </p:txBody>
      </p:sp>
      <p:sp>
        <p:nvSpPr>
          <p:cNvPr id="9" name="Footer Placeholder 9">
            <a:extLst>
              <a:ext uri="{FF2B5EF4-FFF2-40B4-BE49-F238E27FC236}">
                <a16:creationId xmlns:a16="http://schemas.microsoft.com/office/drawing/2014/main" id="{0FFCF478-E46E-474C-A6F6-E53E48F9103D}"/>
              </a:ext>
            </a:extLst>
          </p:cNvPr>
          <p:cNvSpPr txBox="1">
            <a:spLocks/>
          </p:cNvSpPr>
          <p:nvPr userDrawn="1"/>
        </p:nvSpPr>
        <p:spPr>
          <a:xfrm>
            <a:off x="1385464" y="6528815"/>
            <a:ext cx="4694822" cy="32468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defTabSz="914400" rtl="0" eaLnBrk="1" latinLnBrk="0" hangingPunct="1"/>
            <a:r>
              <a:rPr lang="en-US" sz="900" b="0" kern="1200" dirty="0">
                <a:solidFill>
                  <a:schemeClr val="tx2"/>
                </a:solidFill>
                <a:latin typeface="Arial" panose="020B0604020202020204" pitchFamily="34" charset="0"/>
                <a:ea typeface="+mn-ea"/>
                <a:cs typeface="Arial" panose="020B0604020202020204" pitchFamily="34" charset="0"/>
              </a:rPr>
              <a:t>Determine Surface Area of Prisms</a:t>
            </a:r>
          </a:p>
        </p:txBody>
      </p:sp>
      <p:sp>
        <p:nvSpPr>
          <p:cNvPr id="10" name="Footer Placeholder 4">
            <a:extLst>
              <a:ext uri="{FF2B5EF4-FFF2-40B4-BE49-F238E27FC236}">
                <a16:creationId xmlns:a16="http://schemas.microsoft.com/office/drawing/2014/main" id="{65D709DB-80CD-BD4D-958F-080EA8C05428}"/>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dirty="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pic>
        <p:nvPicPr>
          <p:cNvPr id="11" name="Picture 10">
            <a:extLst>
              <a:ext uri="{FF2B5EF4-FFF2-40B4-BE49-F238E27FC236}">
                <a16:creationId xmlns:a16="http://schemas.microsoft.com/office/drawing/2014/main" id="{DB6EED09-8B61-F64F-907D-F4B749DB901C}"/>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4896996" y="0"/>
            <a:ext cx="7295004" cy="1193294"/>
          </a:xfrm>
          <a:prstGeom prst="rect">
            <a:avLst/>
          </a:prstGeom>
        </p:spPr>
      </p:pic>
    </p:spTree>
    <p:extLst>
      <p:ext uri="{BB962C8B-B14F-4D97-AF65-F5344CB8AC3E}">
        <p14:creationId xmlns:p14="http://schemas.microsoft.com/office/powerpoint/2010/main" val="1795604345"/>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223C3C7-1489-9C41-8C28-D9B5002D9755}"/>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9">
            <a:extLst>
              <a:ext uri="{FF2B5EF4-FFF2-40B4-BE49-F238E27FC236}">
                <a16:creationId xmlns:a16="http://schemas.microsoft.com/office/drawing/2014/main" id="{31BA0F39-6F16-BD45-B2F6-8E8E0FCE6D22}"/>
              </a:ext>
            </a:extLst>
          </p:cNvPr>
          <p:cNvSpPr txBox="1">
            <a:spLocks/>
          </p:cNvSpPr>
          <p:nvPr userDrawn="1"/>
        </p:nvSpPr>
        <p:spPr>
          <a:xfrm>
            <a:off x="490549" y="6528815"/>
            <a:ext cx="1036320" cy="32466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dirty="0">
                <a:solidFill>
                  <a:schemeClr val="tx2"/>
                </a:solidFill>
                <a:latin typeface="Arial" panose="020B0604020202020204" pitchFamily="34" charset="0"/>
                <a:cs typeface="Arial" panose="020B0604020202020204" pitchFamily="34" charset="0"/>
              </a:rPr>
              <a:t>McGraw Hill   </a:t>
            </a:r>
            <a:r>
              <a:rPr lang="en-US" sz="900" b="1" spc="0" baseline="0" dirty="0">
                <a:solidFill>
                  <a:schemeClr val="tx2"/>
                </a:solidFill>
                <a:latin typeface="Arial" panose="020B0604020202020204" pitchFamily="34" charset="0"/>
                <a:cs typeface="Arial" panose="020B0604020202020204" pitchFamily="34" charset="0"/>
              </a:rPr>
              <a:t>|</a:t>
            </a:r>
            <a:endParaRPr lang="en-US" sz="900" dirty="0">
              <a:solidFill>
                <a:schemeClr val="tx2"/>
              </a:solidFill>
              <a:latin typeface="Arial" panose="020B0604020202020204" pitchFamily="34" charset="0"/>
              <a:cs typeface="Arial" panose="020B0604020202020204" pitchFamily="34" charset="0"/>
            </a:endParaRPr>
          </a:p>
        </p:txBody>
      </p:sp>
      <p:sp>
        <p:nvSpPr>
          <p:cNvPr id="9" name="Footer Placeholder 9">
            <a:extLst>
              <a:ext uri="{FF2B5EF4-FFF2-40B4-BE49-F238E27FC236}">
                <a16:creationId xmlns:a16="http://schemas.microsoft.com/office/drawing/2014/main" id="{0FFCF478-E46E-474C-A6F6-E53E48F9103D}"/>
              </a:ext>
            </a:extLst>
          </p:cNvPr>
          <p:cNvSpPr txBox="1">
            <a:spLocks/>
          </p:cNvSpPr>
          <p:nvPr userDrawn="1"/>
        </p:nvSpPr>
        <p:spPr>
          <a:xfrm>
            <a:off x="1385464" y="6528815"/>
            <a:ext cx="4694822" cy="32468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defTabSz="914400" rtl="0" eaLnBrk="1" latinLnBrk="0" hangingPunct="1"/>
            <a:r>
              <a:rPr lang="en-US" sz="900" b="0" kern="1200" dirty="0">
                <a:solidFill>
                  <a:schemeClr val="tx2"/>
                </a:solidFill>
                <a:latin typeface="Arial" panose="020B0604020202020204" pitchFamily="34" charset="0"/>
                <a:ea typeface="+mn-ea"/>
                <a:cs typeface="Arial" panose="020B0604020202020204" pitchFamily="34" charset="0"/>
              </a:rPr>
              <a:t>Determine Surface Area of Prisms</a:t>
            </a:r>
          </a:p>
        </p:txBody>
      </p:sp>
      <p:sp>
        <p:nvSpPr>
          <p:cNvPr id="10" name="Footer Placeholder 4">
            <a:extLst>
              <a:ext uri="{FF2B5EF4-FFF2-40B4-BE49-F238E27FC236}">
                <a16:creationId xmlns:a16="http://schemas.microsoft.com/office/drawing/2014/main" id="{65D709DB-80CD-BD4D-958F-080EA8C05428}"/>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dirty="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pic>
        <p:nvPicPr>
          <p:cNvPr id="11" name="Picture 10">
            <a:extLst>
              <a:ext uri="{FF2B5EF4-FFF2-40B4-BE49-F238E27FC236}">
                <a16:creationId xmlns:a16="http://schemas.microsoft.com/office/drawing/2014/main" id="{DB6EED09-8B61-F64F-907D-F4B749DB901C}"/>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4896996" y="0"/>
            <a:ext cx="7295004" cy="1193294"/>
          </a:xfrm>
          <a:prstGeom prst="rect">
            <a:avLst/>
          </a:prstGeom>
        </p:spPr>
      </p:pic>
    </p:spTree>
    <p:extLst>
      <p:ext uri="{BB962C8B-B14F-4D97-AF65-F5344CB8AC3E}">
        <p14:creationId xmlns:p14="http://schemas.microsoft.com/office/powerpoint/2010/main" val="255650491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5.xml.rels><?xml version="1.0" encoding="UTF-8" standalone="yes"?><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6.xml.rels><?xml version="1.0" encoding="UTF-8" standalone="yes"?><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 Id="rId3"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2.xml.rels><?xml version="1.0" encoding="UTF-8" standalone="yes"?><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4.xml.rels><?xml version="1.0" encoding="UTF-8" standalone="yes"?><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6.xml.rels><?xml version="1.0" encoding="UTF-8" standalone="yes"?><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8.xml.rels><?xml version="1.0" encoding="UTF-8" standalone="yes"?><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 Id="rId3" Type="http://schemas.openxmlformats.org/officeDocument/2006/relationships/notesSlide" Target="../notesSlides/notesSlide13.xml"/></Relationships>
</file>

<file path=ppt/slides/_rels/slide19.xml.rels><?xml version="1.0" encoding="UTF-8" standalone="yes"?><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 Id="rId3"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4.xml.rels><?xml version="1.0" encoding="UTF-8" standalone="yes"?><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8.xml.rels><?xml version="1.0" encoding="UTF-8" standalone="yes"?><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9.xml"/><Relationship Id="rId4" Type="http://schemas.openxmlformats.org/officeDocument/2006/relationships/image" Target="../media/image16.png"/><Relationship Id="rId5" Type="http://schemas.openxmlformats.org/officeDocument/2006/relationships/notesSlide" Target="../notesSlides/notesSlide16.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30.xml.rels><?xml version="1.0" encoding="UTF-8" standalone="yes"?><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9.xml"/><Relationship Id="rId4" Type="http://schemas.openxmlformats.org/officeDocument/2006/relationships/notesSlide" Target="../notesSlides/notesSlide17.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34.xml.rels><?xml version="1.0" encoding="UTF-8" standalone="yes"?><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9.xml"/><Relationship Id="rId4" Type="http://schemas.openxmlformats.org/officeDocument/2006/relationships/image" Target="../media/image6.png"/><Relationship Id="rId2"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39.xml.rels><?xml version="1.0" encoding="UTF-8" standalone="yes"?><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14.xml"/><Relationship Id="rId4" Type="http://schemas.openxmlformats.org/officeDocument/2006/relationships/notesSlide" Target="../notesSlides/notesSlide23.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41.xml.rels><?xml version="1.0" encoding="UTF-8" standalone="yes"?><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slideLayout" Target="../slideLayouts/slideLayout14.xml"/><Relationship Id="rId4" Type="http://schemas.openxmlformats.org/officeDocument/2006/relationships/notesSlide" Target="../notesSlides/notesSlide24.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45.xml.rels><?xml version="1.0" encoding="UTF-8" standalone="yes"?><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4.xml"/><Relationship Id="rId4" Type="http://schemas.openxmlformats.org/officeDocument/2006/relationships/image" Target="../media/image23.png"/><Relationship Id="rId5" Type="http://schemas.openxmlformats.org/officeDocument/2006/relationships/notesSlide" Target="../notesSlides/notesSlide25.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47.xml.rels><?xml version="1.0" encoding="UTF-8" standalone="yes"?><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 Id="rId3" Type="http://schemas.openxmlformats.org/officeDocument/2006/relationships/notesSlide" Target="../notesSlides/notesSlide26.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50.xml.rels><?xml version="1.0" encoding="UTF-8" standalone="yes"?><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 Id="rId3"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53.xml.rels><?xml version="1.0" encoding="UTF-8" standalone="yes"?><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 Id="rId3" Type="http://schemas.openxmlformats.org/officeDocument/2006/relationships/notesSlide" Target="../notesSlides/notesSlide28.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55.xml.rels><?xml version="1.0" encoding="UTF-8" standalone="yes"?><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4.xml"/><Relationship Id="rId4" Type="http://schemas.openxmlformats.org/officeDocument/2006/relationships/notesSlide" Target="../notesSlides/notesSlide29.xml"/></Relationships>
</file>

<file path=ppt/slides/_rels/slide56.xml.rels><?xml version="1.0" encoding="UTF-8" standalone="yes"?><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4.xml"/><Relationship Id="rId4" Type="http://schemas.openxmlformats.org/officeDocument/2006/relationships/notesSlide" Target="../notesSlides/notesSlide30.xml"/></Relationships>
</file>

<file path=ppt/slides/_rels/slide57.xml.rels><?xml version="1.0" encoding="UTF-8" standalone="yes"?><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00.png"/><Relationship Id="rId1" Type="http://schemas.openxmlformats.org/officeDocument/2006/relationships/slideLayout" Target="../slideLayouts/slideLayout14.xml"/><Relationship Id="rId4" Type="http://schemas.openxmlformats.org/officeDocument/2006/relationships/notesSlide" Target="../notesSlides/notesSlide31.xml"/></Relationships>
</file>

<file path=ppt/slides/_rels/slide58.xml.rels><?xml version="1.0" encoding="UTF-8" standalone="yes"?><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14.xml"/><Relationship Id="rId4" Type="http://schemas.openxmlformats.org/officeDocument/2006/relationships/notesSlide" Target="../notesSlides/notesSlide32.xml"/></Relationships>
</file>

<file path=ppt/slides/_rels/slide59.xml.rels><?xml version="1.0" encoding="UTF-8" standalone="yes"?><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2.png"/><Relationship Id="rId1" Type="http://schemas.openxmlformats.org/officeDocument/2006/relationships/slideLayout" Target="../slideLayouts/slideLayout14.xml"/><Relationship Id="rId4" Type="http://schemas.openxmlformats.org/officeDocument/2006/relationships/notesSlide" Target="../notesSlides/notesSlide33.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61.xml.rels><?xml version="1.0" encoding="UTF-8" standalone="yes"?><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 Id="rId3" Type="http://schemas.openxmlformats.org/officeDocument/2006/relationships/notesSlide" Target="../notesSlides/notesSlide34.xml"/></Relationships>
</file>

<file path=ppt/slides/_rels/slide62.xml.rels><?xml version="1.0" encoding="UTF-8" standalone="yes"?><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xml"/><Relationship Id="rId4" Type="http://schemas.openxmlformats.org/officeDocument/2006/relationships/notesSlide" Target="../notesSlides/notesSlide35.xml"/></Relationships>
</file>

<file path=ppt/slides/_rels/slide63.xml.rels><?xml version="1.0" encoding="UTF-8" standalone="yes"?><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xml"/><Relationship Id="rId4" Type="http://schemas.openxmlformats.org/officeDocument/2006/relationships/notesSlide" Target="../notesSlides/notesSlide36.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0.xml.rels><?xml version="1.0" encoding="UTF-8" standalone="yes"?><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Relationships>
</file>

<file path=ppt/slides/_rels/slide71.xml.rels><?xml version="1.0" encoding="UTF-8" standalone="yes"?><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Relationships>
</file>

<file path=ppt/slides/_rels/slide72.xml.rels><?xml version="1.0" encoding="UTF-8"?><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8.xml"/></Relationships>
</file>

<file path=ppt/slides/_rels/slide73.xml.rels><?xml version="1.0" encoding="UTF-8"?><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9.xml"/></Relationships>
</file>

<file path=ppt/slides/_rels/slide74.xml.rels><?xml version="1.0" encoding="UTF-8"?><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0.xml"/></Relationships>
</file>

<file path=ppt/slides/_rels/slide75.xml.rels><?xml version="1.0" encoding="UTF-8"?><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7B29969-56BF-6D41-A9E2-22306CDCAC18}"/>
              </a:ext>
            </a:extLst>
          </p:cNvPr>
          <p:cNvSpPr txBox="1">
            <a:spLocks/>
          </p:cNvSpPr>
          <p:nvPr/>
        </p:nvSpPr>
        <p:spPr>
          <a:xfrm>
            <a:off x="1402828" y="2453950"/>
            <a:ext cx="9144000" cy="2176463"/>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r>
              <a:rPr lang="en-US" sz="3600" b="1" dirty="0">
                <a:solidFill>
                  <a:schemeClr val="tx1"/>
                </a:solidFill>
              </a:rPr>
              <a:t>Determine Surface Area of Prisms</a:t>
            </a:r>
          </a:p>
        </p:txBody>
      </p:sp>
      <p:sp>
        <p:nvSpPr>
          <p:cNvPr id="3" name="Rectangle 2">
            <a:extLst>
              <a:ext uri="{FF2B5EF4-FFF2-40B4-BE49-F238E27FC236}">
                <a16:creationId xmlns:a16="http://schemas.microsoft.com/office/drawing/2014/main" id="{D47C5C07-DC6A-A94F-98F8-AB4A0C53596F}"/>
              </a:ext>
            </a:extLst>
          </p:cNvPr>
          <p:cNvSpPr/>
          <p:nvPr/>
        </p:nvSpPr>
        <p:spPr>
          <a:xfrm>
            <a:off x="1402828" y="1037162"/>
            <a:ext cx="1763624" cy="523220"/>
          </a:xfrm>
          <a:prstGeom prst="rect">
            <a:avLst/>
          </a:prstGeom>
        </p:spPr>
        <p:txBody>
          <a:bodyPr wrap="square">
            <a:spAutoFit/>
          </a:bodyPr>
          <a:lstStyle/>
          <a:p>
            <a:r>
              <a:rPr lang="en-US" sz="2800" dirty="0">
                <a:solidFill>
                  <a:srgbClr val="782DA0"/>
                </a:solidFill>
                <a:latin typeface="Arial" panose="020B0604020202020204" pitchFamily="34" charset="0"/>
                <a:cs typeface="Arial" panose="020B0604020202020204" pitchFamily="34" charset="0"/>
              </a:rPr>
              <a:t>Session 1</a:t>
            </a:r>
            <a:endParaRPr lang="en-US" sz="2800" b="1" dirty="0">
              <a:solidFill>
                <a:srgbClr val="782DA0"/>
              </a:solidFill>
            </a:endParaRPr>
          </a:p>
        </p:txBody>
      </p:sp>
      <p:cxnSp>
        <p:nvCxnSpPr>
          <p:cNvPr id="5" name="Straight Connector 4">
            <a:extLst>
              <a:ext uri="{FF2B5EF4-FFF2-40B4-BE49-F238E27FC236}">
                <a16:creationId xmlns:a16="http://schemas.microsoft.com/office/drawing/2014/main" id="{A2C235B8-3689-62C7-3E1A-7C82A61D30E4}"/>
              </a:ext>
            </a:extLst>
          </p:cNvPr>
          <p:cNvCxnSpPr>
            <a:cxnSpLocks/>
          </p:cNvCxnSpPr>
          <p:nvPr/>
        </p:nvCxnSpPr>
        <p:spPr>
          <a:xfrm>
            <a:off x="-1" y="1560382"/>
            <a:ext cx="3166453" cy="0"/>
          </a:xfrm>
          <a:prstGeom prst="line">
            <a:avLst/>
          </a:prstGeom>
          <a:ln>
            <a:solidFill>
              <a:srgbClr val="782DA0"/>
            </a:solidFill>
          </a:ln>
        </p:spPr>
        <p:style>
          <a:lnRef idx="3">
            <a:schemeClr val="accent4"/>
          </a:lnRef>
          <a:fillRef idx="0">
            <a:schemeClr val="accent4"/>
          </a:fillRef>
          <a:effectRef idx="2">
            <a:schemeClr val="accent4"/>
          </a:effectRef>
          <a:fontRef idx="minor">
            <a:schemeClr val="tx1"/>
          </a:fontRef>
        </p:style>
      </p:cxn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47</a:t>
            </a:r>
          </a:p>
        </p:txBody>
      </p:sp>
      <p:grpSp xmlns:a="http://schemas.openxmlformats.org/drawingml/2006/main" xmlns:p="http://schemas.openxmlformats.org/presentationml/2006/main">
        <p:nvGrpSpPr>
          <p:cNvPr id="7" name="TEACH-2-student-move" descr="TEACH 2 · Use strategies and tasks to engage students in rigorous work"/>
          <p:cNvGrpSpPr/>
          <p:nvPr/>
        </p:nvGrpSpPr>
        <p:grpSpPr>
          <a:xfrm>
            <a:off x="502920" y="3201929"/>
            <a:ext cx="11186160" cy="731520"/>
            <a:chOff x="502920" y="3201929"/>
            <a:chExt cx="11186160" cy="731520"/>
          </a:xfrm>
        </p:grpSpPr>
        <p:sp>
          <p:nvSpPr>
            <p:cNvPr id="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9" name="TEACH-move-rule"/>
            <p:cNvSpPr/>
            <p:nvPr/>
          </p:nvSpPr>
          <p:spPr>
            <a:xfrm>
              <a:off x="548640" y="3430529"/>
              <a:ext cx="100584" cy="274320"/>
            </a:xfrm>
            <a:prstGeom prst="roundRect">
              <a:avLst>
                <a:gd name="adj" fmla="val 50000"/>
              </a:avLst>
            </a:prstGeom>
            <a:solidFill>
              <a:srgbClr val="01708C"/>
            </a:solidFill>
            <a:ln>
              <a:noFill/>
            </a:ln>
          </p:spPr>
          <p:txBody>
            <a:bodyPr/>
            <a:lstStyle/>
            <a:p>
              <a:endParaRPr/>
            </a:p>
          </p:txBody>
        </p:sp>
        <p:sp>
          <p:nvSpPr>
            <p:cNvPr id="1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extLst>
      <p:ext uri="{BB962C8B-B14F-4D97-AF65-F5344CB8AC3E}">
        <p14:creationId xmlns:p14="http://schemas.microsoft.com/office/powerpoint/2010/main" val="4186062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3CF4AF49-89F7-5C44-B082-4D1951B38CC4}"/>
              </a:ext>
            </a:extLst>
          </p:cNvPr>
          <p:cNvSpPr txBox="1">
            <a:spLocks/>
          </p:cNvSpPr>
          <p:nvPr/>
        </p:nvSpPr>
        <p:spPr>
          <a:xfrm>
            <a:off x="505579" y="316034"/>
            <a:ext cx="4252852"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82DA0"/>
                </a:solidFill>
                <a:latin typeface="Arial" panose="020B0604020202020204" pitchFamily="34" charset="0"/>
                <a:cs typeface="Arial" panose="020B0604020202020204" pitchFamily="34" charset="0"/>
              </a:rPr>
              <a:t>This or That</a:t>
            </a:r>
          </a:p>
        </p:txBody>
      </p:sp>
      <p:sp>
        <p:nvSpPr>
          <p:cNvPr id="7" name="Content Placeholder 2">
            <a:extLst>
              <a:ext uri="{FF2B5EF4-FFF2-40B4-BE49-F238E27FC236}">
                <a16:creationId xmlns:a16="http://schemas.microsoft.com/office/drawing/2014/main" id="{3C64A2BC-4D5F-F313-BCCF-8697F016B769}"/>
              </a:ext>
            </a:extLst>
          </p:cNvPr>
          <p:cNvSpPr txBox="1">
            <a:spLocks/>
          </p:cNvSpPr>
          <p:nvPr/>
        </p:nvSpPr>
        <p:spPr>
          <a:xfrm>
            <a:off x="484560" y="936101"/>
            <a:ext cx="7719988" cy="117930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Would you rather have THIS or THAT </a:t>
            </a:r>
            <a:r>
              <a:rPr lang="en-US" sz="2800">
                <a:solidFill>
                  <a:schemeClr val="tx1">
                    <a:lumMod val="85000"/>
                    <a:lumOff val="15000"/>
                  </a:schemeClr>
                </a:solidFill>
                <a:latin typeface="Arial" panose="020B0604020202020204" pitchFamily="34" charset="0"/>
                <a:cs typeface="Arial" panose="020B0604020202020204" pitchFamily="34" charset="0"/>
              </a:rPr>
              <a:t>fun adventures?</a:t>
            </a:r>
            <a:endParaRPr lang="en-US" sz="2800" dirty="0">
              <a:solidFill>
                <a:schemeClr val="tx1">
                  <a:lumMod val="85000"/>
                  <a:lumOff val="15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965784804"/>
                  </p:ext>
                </p:extLst>
              </p:nvPr>
            </p:nvGraphicFramePr>
            <p:xfrm>
              <a:off x="579637" y="2735470"/>
              <a:ext cx="7970139" cy="2622169"/>
            </p:xfrm>
            <a:graphic>
              <a:graphicData uri="http://schemas.openxmlformats.org/drawingml/2006/table">
                <a:tbl>
                  <a:tblPr firstRow="1" bandRow="1">
                    <a:tableStyleId>{5C22544A-7EE6-4342-B048-85BDC9FD1C3A}</a:tableStyleId>
                  </a:tblPr>
                  <a:tblGrid>
                    <a:gridCol w="3906139">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pPr algn="ctr"/>
                          <a:r>
                            <a:rPr lang="en-US" sz="2800" b="1" dirty="0">
                              <a:solidFill>
                                <a:schemeClr val="bg1"/>
                              </a:solidFill>
                              <a:latin typeface="Arial" panose="020B0604020202020204" pitchFamily="34" charset="0"/>
                              <a:cs typeface="Arial" panose="020B0604020202020204" pitchFamily="34" charset="0"/>
                            </a:rPr>
                            <a:t>This</a:t>
                          </a:r>
                          <a:endParaRPr lang="en-IN" sz="2800" b="1" dirty="0">
                            <a:solidFill>
                              <a:schemeClr val="bg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95B9A"/>
                        </a:solidFill>
                      </a:tcPr>
                    </a:tc>
                    <a:tc>
                      <a:txBody>
                        <a:bodyPr/>
                        <a:lstStyle/>
                        <a:p>
                          <a:pPr algn="ctr"/>
                          <a:r>
                            <a:rPr lang="en-US" sz="2800" b="1" dirty="0">
                              <a:solidFill>
                                <a:schemeClr val="bg1"/>
                              </a:solidFill>
                              <a:latin typeface="Arial" panose="020B0604020202020204" pitchFamily="34" charset="0"/>
                              <a:cs typeface="Arial" panose="020B0604020202020204" pitchFamily="34" charset="0"/>
                            </a:rPr>
                            <a:t>That</a:t>
                          </a:r>
                          <a:endParaRPr lang="en-IN" sz="2800" b="1" dirty="0">
                            <a:solidFill>
                              <a:schemeClr val="bg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95B9A"/>
                        </a:solidFill>
                      </a:tcPr>
                    </a:tc>
                    <a:extLst>
                      <a:ext uri="{0D108BD9-81ED-4DB2-BD59-A6C34878D82A}">
                        <a16:rowId xmlns:a16="http://schemas.microsoft.com/office/drawing/2014/main" val="10001"/>
                      </a:ext>
                    </a:extLst>
                  </a:tr>
                  <a:tr h="370840">
                    <a:tc>
                      <a:txBody>
                        <a:bodyPr/>
                        <a:lstStyle/>
                        <a:p>
                          <a:pPr algn="ctr"/>
                          <a14:m>
                            <m:oMath xmlns:m="http://schemas.openxmlformats.org/officeDocument/2006/math">
                              <m:r>
                                <a:rPr lang="en-US" sz="2800" b="0" i="1" dirty="0" smtClean="0">
                                  <a:latin typeface="Cambria Math" panose="02040503050406030204" pitchFamily="18" charset="0"/>
                                  <a:cs typeface="Arial" pitchFamily="34" charset="0"/>
                                </a:rPr>
                                <m:t>12−5</m:t>
                              </m:r>
                              <m:f>
                                <m:fPr>
                                  <m:ctrlPr>
                                    <a:rPr lang="en-US" sz="2800" b="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5</m:t>
                                  </m:r>
                                </m:num>
                                <m:den>
                                  <m:r>
                                    <a:rPr lang="en-US" sz="2800" b="0" i="1" dirty="0" smtClean="0">
                                      <a:latin typeface="Cambria Math" panose="02040503050406030204" pitchFamily="18" charset="0"/>
                                      <a:cs typeface="Arial" pitchFamily="34" charset="0"/>
                                    </a:rPr>
                                    <m:t>6</m:t>
                                  </m:r>
                                </m:den>
                              </m:f>
                            </m:oMath>
                          </a14:m>
                          <a:r>
                            <a:rPr lang="en-IN" sz="2800" dirty="0">
                              <a:latin typeface="Arial" pitchFamily="34" charset="0"/>
                              <a:cs typeface="Arial"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 xmlns:m="http://schemas.openxmlformats.org/officeDocument/2006/math">
                              <m:r>
                                <a:rPr lang="en-US" sz="2800" b="0" i="1" dirty="0" smtClean="0">
                                  <a:latin typeface="Cambria Math" panose="02040503050406030204" pitchFamily="18" charset="0"/>
                                  <a:cs typeface="Arial" pitchFamily="34" charset="0"/>
                                </a:rPr>
                                <m:t>15−10</m:t>
                              </m:r>
                              <m:f>
                                <m:fPr>
                                  <m:ctrlPr>
                                    <a:rPr lang="en-US" sz="2800" b="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1</m:t>
                                  </m:r>
                                </m:num>
                                <m:den>
                                  <m:r>
                                    <a:rPr lang="en-US" sz="2800" b="0" i="1" dirty="0" smtClean="0">
                                      <a:latin typeface="Cambria Math" panose="02040503050406030204" pitchFamily="18" charset="0"/>
                                      <a:cs typeface="Arial" pitchFamily="34" charset="0"/>
                                    </a:rPr>
                                    <m:t>3</m:t>
                                  </m:r>
                                </m:den>
                              </m:f>
                            </m:oMath>
                          </a14:m>
                          <a:r>
                            <a:rPr lang="en-IN" sz="2800" dirty="0">
                              <a:latin typeface="Arial" pitchFamily="34" charset="0"/>
                              <a:cs typeface="Arial"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14:m>
                            <m:oMath xmlns:m="http://schemas.openxmlformats.org/officeDocument/2006/math">
                              <m:r>
                                <a:rPr lang="en-US" sz="2800" b="0" i="1" dirty="0" smtClean="0">
                                  <a:latin typeface="Cambria Math" panose="02040503050406030204" pitchFamily="18" charset="0"/>
                                  <a:cs typeface="Arial" pitchFamily="34" charset="0"/>
                                </a:rPr>
                                <m:t>14−3</m:t>
                              </m:r>
                              <m:f>
                                <m:fPr>
                                  <m:ctrlPr>
                                    <a:rPr lang="en-US" sz="2800" b="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3</m:t>
                                  </m:r>
                                </m:num>
                                <m:den>
                                  <m:r>
                                    <a:rPr lang="en-US" sz="2800" b="0" i="1" dirty="0" smtClean="0">
                                      <a:latin typeface="Cambria Math" panose="02040503050406030204" pitchFamily="18" charset="0"/>
                                      <a:cs typeface="Arial" pitchFamily="34" charset="0"/>
                                    </a:rPr>
                                    <m:t>4</m:t>
                                  </m:r>
                                </m:den>
                              </m:f>
                            </m:oMath>
                          </a14:m>
                          <a:r>
                            <a:rPr lang="en-IN" sz="2800" dirty="0">
                              <a:latin typeface="Arial" pitchFamily="34" charset="0"/>
                              <a:cs typeface="Arial"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 xmlns:m="http://schemas.openxmlformats.org/officeDocument/2006/math">
                              <m:r>
                                <a:rPr lang="en-US" sz="2800" b="0" i="1" dirty="0" smtClean="0">
                                  <a:latin typeface="Cambria Math" panose="02040503050406030204" pitchFamily="18" charset="0"/>
                                  <a:cs typeface="Arial" pitchFamily="34" charset="0"/>
                                </a:rPr>
                                <m:t>12</m:t>
                              </m:r>
                              <m:f>
                                <m:fPr>
                                  <m:ctrlPr>
                                    <a:rPr lang="en-US" sz="2800" b="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1</m:t>
                                  </m:r>
                                </m:num>
                                <m:den>
                                  <m:r>
                                    <a:rPr lang="en-US" sz="2800" b="0" i="1" dirty="0" smtClean="0">
                                      <a:latin typeface="Cambria Math" panose="02040503050406030204" pitchFamily="18" charset="0"/>
                                      <a:cs typeface="Arial" pitchFamily="34" charset="0"/>
                                    </a:rPr>
                                    <m:t>8</m:t>
                                  </m:r>
                                </m:den>
                              </m:f>
                              <m:r>
                                <a:rPr lang="en-US" sz="2800" b="0" i="1" dirty="0" smtClean="0">
                                  <a:latin typeface="Cambria Math" panose="02040503050406030204" pitchFamily="18" charset="0"/>
                                  <a:cs typeface="Arial" pitchFamily="34" charset="0"/>
                                </a:rPr>
                                <m:t>−2</m:t>
                              </m:r>
                              <m:f>
                                <m:fPr>
                                  <m:ctrlPr>
                                    <a:rPr lang="en-US" sz="2800" b="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1</m:t>
                                  </m:r>
                                </m:num>
                                <m:den>
                                  <m:r>
                                    <a:rPr lang="en-US" sz="2800" b="0" i="1" dirty="0" smtClean="0">
                                      <a:latin typeface="Cambria Math" panose="02040503050406030204" pitchFamily="18" charset="0"/>
                                      <a:cs typeface="Arial" pitchFamily="34" charset="0"/>
                                    </a:rPr>
                                    <m:t>4</m:t>
                                  </m:r>
                                </m:den>
                              </m:f>
                            </m:oMath>
                          </a14:m>
                          <a:r>
                            <a:rPr lang="en-IN" sz="2800" dirty="0">
                              <a:latin typeface="Arial" pitchFamily="34" charset="0"/>
                              <a:cs typeface="Arial"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14:m>
                            <m:oMath xmlns:m="http://schemas.openxmlformats.org/officeDocument/2006/math">
                              <m:r>
                                <a:rPr lang="en-US" sz="2800" b="0" i="1" dirty="0" smtClean="0">
                                  <a:latin typeface="Cambria Math" panose="02040503050406030204" pitchFamily="18" charset="0"/>
                                  <a:cs typeface="Arial" pitchFamily="34" charset="0"/>
                                </a:rPr>
                                <m:t>12</m:t>
                              </m:r>
                              <m:f>
                                <m:fPr>
                                  <m:ctrlPr>
                                    <a:rPr lang="en-US" sz="2800" b="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1</m:t>
                                  </m:r>
                                </m:num>
                                <m:den>
                                  <m:r>
                                    <a:rPr lang="en-US" sz="2800" b="0" i="1" dirty="0" smtClean="0">
                                      <a:latin typeface="Cambria Math" panose="02040503050406030204" pitchFamily="18" charset="0"/>
                                      <a:cs typeface="Arial" pitchFamily="34" charset="0"/>
                                    </a:rPr>
                                    <m:t>2</m:t>
                                  </m:r>
                                </m:den>
                              </m:f>
                              <m:r>
                                <a:rPr lang="en-US" sz="2800" b="0" i="1" dirty="0" smtClean="0">
                                  <a:latin typeface="Cambria Math" panose="02040503050406030204" pitchFamily="18" charset="0"/>
                                  <a:cs typeface="Arial" pitchFamily="34" charset="0"/>
                                </a:rPr>
                                <m:t>−5</m:t>
                              </m:r>
                              <m:f>
                                <m:fPr>
                                  <m:ctrlPr>
                                    <a:rPr lang="en-US" sz="2800" b="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5</m:t>
                                  </m:r>
                                </m:num>
                                <m:den>
                                  <m:r>
                                    <a:rPr lang="en-US" sz="2800" b="0" i="1" dirty="0" smtClean="0">
                                      <a:latin typeface="Cambria Math" panose="02040503050406030204" pitchFamily="18" charset="0"/>
                                      <a:cs typeface="Arial" pitchFamily="34" charset="0"/>
                                    </a:rPr>
                                    <m:t>6</m:t>
                                  </m:r>
                                </m:den>
                              </m:f>
                            </m:oMath>
                          </a14:m>
                          <a:r>
                            <a:rPr lang="en-IN" sz="2800" dirty="0">
                              <a:latin typeface="Arial" pitchFamily="34" charset="0"/>
                              <a:cs typeface="Arial"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 xmlns:m="http://schemas.openxmlformats.org/officeDocument/2006/math">
                              <m:r>
                                <a:rPr lang="en-US" sz="2800" b="0" i="1" dirty="0" smtClean="0">
                                  <a:latin typeface="Cambria Math" panose="02040503050406030204" pitchFamily="18" charset="0"/>
                                  <a:cs typeface="Arial" pitchFamily="34" charset="0"/>
                                </a:rPr>
                                <m:t>24</m:t>
                              </m:r>
                              <m:f>
                                <m:fPr>
                                  <m:ctrlPr>
                                    <a:rPr lang="en-US" sz="2800" b="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2</m:t>
                                  </m:r>
                                </m:num>
                                <m:den>
                                  <m:r>
                                    <a:rPr lang="en-US" sz="2800" b="0" i="1" dirty="0" smtClean="0">
                                      <a:latin typeface="Cambria Math" panose="02040503050406030204" pitchFamily="18" charset="0"/>
                                      <a:cs typeface="Arial" pitchFamily="34" charset="0"/>
                                    </a:rPr>
                                    <m:t>3</m:t>
                                  </m:r>
                                </m:den>
                              </m:f>
                              <m:r>
                                <a:rPr lang="en-US" sz="2800" b="0" i="1" dirty="0" smtClean="0">
                                  <a:latin typeface="Cambria Math" panose="02040503050406030204" pitchFamily="18" charset="0"/>
                                  <a:cs typeface="Arial" pitchFamily="34" charset="0"/>
                                </a:rPr>
                                <m:t>−18</m:t>
                              </m:r>
                              <m:f>
                                <m:fPr>
                                  <m:ctrlPr>
                                    <a:rPr lang="en-US" sz="2800" b="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5</m:t>
                                  </m:r>
                                </m:num>
                                <m:den>
                                  <m:r>
                                    <a:rPr lang="en-US" sz="2800" b="0" i="1" dirty="0" smtClean="0">
                                      <a:latin typeface="Cambria Math" panose="02040503050406030204" pitchFamily="18" charset="0"/>
                                      <a:cs typeface="Arial" pitchFamily="34" charset="0"/>
                                    </a:rPr>
                                    <m:t>6</m:t>
                                  </m:r>
                                </m:den>
                              </m:f>
                            </m:oMath>
                          </a14:m>
                          <a:r>
                            <a:rPr lang="en-IN" sz="2800" dirty="0">
                              <a:latin typeface="Arial" pitchFamily="34" charset="0"/>
                              <a:cs typeface="Arial"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mc:Choice>
        <mc:Fallback xmlns="">
          <p:graphicFrame>
            <p:nvGraphicFramePr>
              <p:cNvPr id="17" name="Table 2"/>
              <p:cNvGraphicFramePr>
                <a:graphicFrameLocks noGrp="1"/>
              </p:cNvGraphicFramePr>
              <p:nvPr>
                <p:extLst>
                  <p:ext uri="{D42A27DB-BD31-4B8C-83A1-F6EECF244321}">
                    <p14:modId xmlns:p14="http://schemas.microsoft.com/office/powerpoint/2010/main" val="2965784804"/>
                  </p:ext>
                </p:extLst>
              </p:nvPr>
            </p:nvGraphicFramePr>
            <p:xfrm>
              <a:off x="579637" y="2735470"/>
              <a:ext cx="7970139" cy="2622169"/>
            </p:xfrm>
            <a:graphic>
              <a:graphicData uri="http://schemas.openxmlformats.org/drawingml/2006/table">
                <a:tbl>
                  <a:tblPr firstRow="1" bandRow="1">
                    <a:tableStyleId>{5C22544A-7EE6-4342-B048-85BDC9FD1C3A}</a:tableStyleId>
                  </a:tblPr>
                  <a:tblGrid>
                    <a:gridCol w="3906139">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518160">
                    <a:tc>
                      <a:txBody>
                        <a:bodyPr/>
                        <a:lstStyle/>
                        <a:p>
                          <a:pPr algn="ctr"/>
                          <a:r>
                            <a:rPr lang="en-US" sz="2800" b="1" dirty="0">
                              <a:solidFill>
                                <a:schemeClr val="bg1"/>
                              </a:solidFill>
                              <a:latin typeface="Arial" panose="020B0604020202020204" pitchFamily="34" charset="0"/>
                              <a:cs typeface="Arial" panose="020B0604020202020204" pitchFamily="34" charset="0"/>
                            </a:rPr>
                            <a:t>This</a:t>
                          </a:r>
                          <a:endParaRPr lang="en-IN" sz="2800" b="1" dirty="0">
                            <a:solidFill>
                              <a:schemeClr val="bg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95B9A"/>
                        </a:solidFill>
                      </a:tcPr>
                    </a:tc>
                    <a:tc>
                      <a:txBody>
                        <a:bodyPr/>
                        <a:lstStyle/>
                        <a:p>
                          <a:pPr algn="ctr"/>
                          <a:r>
                            <a:rPr lang="en-US" sz="2800" b="1" dirty="0">
                              <a:solidFill>
                                <a:schemeClr val="bg1"/>
                              </a:solidFill>
                              <a:latin typeface="Arial" panose="020B0604020202020204" pitchFamily="34" charset="0"/>
                              <a:cs typeface="Arial" panose="020B0604020202020204" pitchFamily="34" charset="0"/>
                            </a:rPr>
                            <a:t>That</a:t>
                          </a:r>
                          <a:endParaRPr lang="en-IN" sz="2800" b="1" dirty="0">
                            <a:solidFill>
                              <a:schemeClr val="bg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95B9A"/>
                        </a:solidFill>
                      </a:tcPr>
                    </a:tc>
                    <a:extLst>
                      <a:ext uri="{0D108BD9-81ED-4DB2-BD59-A6C34878D82A}">
                        <a16:rowId xmlns:a16="http://schemas.microsoft.com/office/drawing/2014/main" val="10001"/>
                      </a:ext>
                    </a:extLst>
                  </a:tr>
                  <a:tr h="7035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6" t="-81897" r="-104368" b="-20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52" t="-81897" r="-300" b="-200000"/>
                          </a:stretch>
                        </a:blipFill>
                      </a:tcPr>
                    </a:tc>
                    <a:extLst>
                      <a:ext uri="{0D108BD9-81ED-4DB2-BD59-A6C34878D82A}">
                        <a16:rowId xmlns:a16="http://schemas.microsoft.com/office/drawing/2014/main" val="10002"/>
                      </a:ext>
                    </a:extLst>
                  </a:tr>
                  <a:tr h="696849">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6" t="-185088" r="-104368" b="-10350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52" t="-185088" r="-300" b="-103509"/>
                          </a:stretch>
                        </a:blipFill>
                      </a:tcPr>
                    </a:tc>
                    <a:extLst>
                      <a:ext uri="{0D108BD9-81ED-4DB2-BD59-A6C34878D82A}">
                        <a16:rowId xmlns:a16="http://schemas.microsoft.com/office/drawing/2014/main" val="10003"/>
                      </a:ext>
                    </a:extLst>
                  </a:tr>
                  <a:tr h="7035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6" t="-280172" r="-104368" b="-172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52" t="-280172" r="-300" b="-1724"/>
                          </a:stretch>
                        </a:blipFill>
                      </a:tcPr>
                    </a:tc>
                    <a:extLst>
                      <a:ext uri="{0D108BD9-81ED-4DB2-BD59-A6C34878D82A}">
                        <a16:rowId xmlns:a16="http://schemas.microsoft.com/office/drawing/2014/main" val="10004"/>
                      </a:ext>
                    </a:extLst>
                  </a:tr>
                </a:tbl>
              </a:graphicData>
            </a:graphic>
          </p:graphicFrame>
        </mc:Fallback>
      </mc:AlternateContent>
      <p:sp>
        <p:nvSpPr>
          <p:cNvPr id="6" name="Rectangle 5">
            <a:extLst>
              <a:ext uri="{FF2B5EF4-FFF2-40B4-BE49-F238E27FC236}">
                <a16:creationId xmlns:a16="http://schemas.microsoft.com/office/drawing/2014/main" id="{CDE9631B-281B-BE25-9400-42D7737F4543}"/>
              </a:ext>
            </a:extLst>
          </p:cNvPr>
          <p:cNvSpPr/>
          <p:nvPr/>
        </p:nvSpPr>
        <p:spPr>
          <a:xfrm>
            <a:off x="1666043" y="2273805"/>
            <a:ext cx="5447311" cy="461665"/>
          </a:xfrm>
          <a:prstGeom prst="rect">
            <a:avLst/>
          </a:prstGeom>
        </p:spPr>
        <p:txBody>
          <a:bodyPr wrap="square">
            <a:spAutoFit/>
          </a:bodyPr>
          <a:lstStyle/>
          <a:p>
            <a:pPr algn="ctr"/>
            <a:r>
              <a:rPr lang="en-IN" sz="2400" dirty="0">
                <a:latin typeface="Arial" panose="020B0604020202020204" pitchFamily="34" charset="0"/>
                <a:cs typeface="Arial" panose="020B0604020202020204" pitchFamily="34" charset="0"/>
              </a:rPr>
              <a:t>Fun Adventures</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47</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extLst>
      <p:ext uri="{BB962C8B-B14F-4D97-AF65-F5344CB8AC3E}">
        <p14:creationId xmlns:p14="http://schemas.microsoft.com/office/powerpoint/2010/main" val="3716011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4561B71-8F9F-B1EA-3AAC-9328BC9F794E}"/>
              </a:ext>
            </a:extLst>
          </p:cNvPr>
          <p:cNvSpPr txBox="1">
            <a:spLocks/>
          </p:cNvSpPr>
          <p:nvPr/>
        </p:nvSpPr>
        <p:spPr>
          <a:xfrm>
            <a:off x="505579" y="316034"/>
            <a:ext cx="4692722"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82DA0"/>
                </a:solidFill>
                <a:latin typeface="Arial" panose="020B0604020202020204" pitchFamily="34" charset="0"/>
                <a:cs typeface="Arial" panose="020B0604020202020204" pitchFamily="34" charset="0"/>
              </a:rPr>
              <a:t>Is It Reasonable?</a:t>
            </a:r>
          </a:p>
        </p:txBody>
      </p:sp>
      <mc:AlternateContent xmlns:mc="http://schemas.openxmlformats.org/markup-compatibility/2006" xmlns:a14="http://schemas.microsoft.com/office/drawing/2010/main">
        <mc:Choice Requires="a14">
          <p:sp>
            <p:nvSpPr>
              <p:cNvPr id="11" name="Rectangle 10"/>
              <p:cNvSpPr/>
              <p:nvPr/>
            </p:nvSpPr>
            <p:spPr>
              <a:xfrm>
                <a:off x="505579" y="936000"/>
                <a:ext cx="6914552" cy="4131516"/>
              </a:xfrm>
              <a:prstGeom prst="rect">
                <a:avLst/>
              </a:prstGeom>
            </p:spPr>
            <p:txBody>
              <a:bodyPr wrap="square">
                <a:spAutoFit/>
              </a:bodyPr>
              <a:lstStyle/>
              <a:p>
                <a:pPr>
                  <a:lnSpc>
                    <a:spcPct val="150000"/>
                  </a:lnSpc>
                </a:pPr>
                <a:r>
                  <a:rPr lang="en-US" sz="2800" dirty="0">
                    <a:latin typeface="Arial" pitchFamily="34" charset="0"/>
                    <a:cs typeface="Arial" pitchFamily="34" charset="0"/>
                  </a:rPr>
                  <a:t>Tell if the estimate is reasonable.</a:t>
                </a:r>
              </a:p>
              <a:p>
                <a:pPr>
                  <a:lnSpc>
                    <a:spcPct val="150000"/>
                  </a:lnSpc>
                </a:pPr>
                <a:endParaRPr lang="en-US" sz="2800" dirty="0">
                  <a:latin typeface="Arial" pitchFamily="34" charset="0"/>
                  <a:cs typeface="Arial" pitchFamily="34" charset="0"/>
                </a:endParaRPr>
              </a:p>
              <a:p>
                <a:pPr>
                  <a:lnSpc>
                    <a:spcPct val="150000"/>
                  </a:lnSpc>
                </a:pPr>
                <a14:m>
                  <m:oMath xmlns:m="http://schemas.openxmlformats.org/officeDocument/2006/math">
                    <m:r>
                      <a:rPr lang="en-US" sz="2800" i="1" smtClean="0">
                        <a:solidFill>
                          <a:schemeClr val="tx1">
                            <a:lumMod val="85000"/>
                            <a:lumOff val="15000"/>
                          </a:schemeClr>
                        </a:solidFill>
                        <a:latin typeface="Cambria Math"/>
                        <a:ea typeface="Cambria Math" panose="02040503050406030204" pitchFamily="18" charset="0"/>
                        <a:cs typeface="Arial" panose="020B0604020202020204" pitchFamily="34" charset="0"/>
                      </a:rPr>
                      <m:t>3</m:t>
                    </m:r>
                    <m:f>
                      <m:fPr>
                        <m:ctrlPr>
                          <a:rPr lang="en-US" sz="2800" i="1" smtClean="0">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1</m:t>
                        </m:r>
                      </m:num>
                      <m:den>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4</m:t>
                        </m:r>
                      </m:den>
                    </m:f>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+5</m:t>
                    </m:r>
                    <m:f>
                      <m:fPr>
                        <m:ctrlPr>
                          <a:rPr lang="en-US" sz="2800" i="1">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i="1">
                            <a:solidFill>
                              <a:schemeClr val="tx1">
                                <a:lumMod val="85000"/>
                                <a:lumOff val="15000"/>
                              </a:schemeClr>
                            </a:solidFill>
                            <a:latin typeface="Cambria Math"/>
                            <a:ea typeface="Cambria Math" panose="02040503050406030204" pitchFamily="18" charset="0"/>
                            <a:cs typeface="Arial" panose="020B0604020202020204" pitchFamily="34" charset="0"/>
                          </a:rPr>
                          <m:t>1</m:t>
                        </m:r>
                      </m:num>
                      <m:den>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5</m:t>
                        </m:r>
                      </m:den>
                    </m:f>
                    <m:r>
                      <a:rPr lang="en-US" sz="2800" i="1">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t> </m:t>
                    </m:r>
                  </m:oMath>
                </a14:m>
                <a:r>
                  <a:rPr lang="en-IN" sz="2800" dirty="0">
                    <a:latin typeface="Cambria Math" panose="02040503050406030204" pitchFamily="18" charset="0"/>
                    <a:ea typeface="Cambria Math" panose="02040503050406030204" pitchFamily="18" charset="0"/>
                    <a:cs typeface="Arial" panose="020B0604020202020204" pitchFamily="34" charset="0"/>
                  </a:rPr>
                  <a:t>is about</a:t>
                </a:r>
                <a14:m>
                  <m:oMath xmlns:m="http://schemas.openxmlformats.org/officeDocument/2006/math">
                    <m:r>
                      <a:rPr lang="en-US" sz="2800" b="0" i="0" smtClean="0">
                        <a:solidFill>
                          <a:schemeClr val="tx1">
                            <a:lumMod val="85000"/>
                            <a:lumOff val="15000"/>
                          </a:schemeClr>
                        </a:solidFill>
                        <a:latin typeface="Cambria Math"/>
                        <a:ea typeface="Cambria Math" panose="02040503050406030204" pitchFamily="18" charset="0"/>
                        <a:cs typeface="Arial" panose="020B0604020202020204" pitchFamily="34" charset="0"/>
                      </a:rPr>
                      <m:t> </m:t>
                    </m:r>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8</m:t>
                    </m:r>
                    <m:f>
                      <m:fPr>
                        <m:ctrlPr>
                          <a:rPr lang="en-US" sz="2800" i="1">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i="1">
                            <a:solidFill>
                              <a:schemeClr val="tx1">
                                <a:lumMod val="85000"/>
                                <a:lumOff val="15000"/>
                              </a:schemeClr>
                            </a:solidFill>
                            <a:latin typeface="Cambria Math"/>
                            <a:ea typeface="Cambria Math" panose="02040503050406030204" pitchFamily="18" charset="0"/>
                            <a:cs typeface="Arial" panose="020B0604020202020204" pitchFamily="34" charset="0"/>
                          </a:rPr>
                          <m:t>1</m:t>
                        </m:r>
                      </m:num>
                      <m:den>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2</m:t>
                        </m:r>
                      </m:den>
                    </m:f>
                  </m:oMath>
                </a14:m>
                <a:endParaRPr lang="en-IN" sz="2800" dirty="0">
                  <a:latin typeface="Cambria Math" panose="02040503050406030204" pitchFamily="18" charset="0"/>
                  <a:ea typeface="Cambria Math" panose="02040503050406030204" pitchFamily="18" charset="0"/>
                  <a:cs typeface="Arial" panose="020B0604020202020204" pitchFamily="34" charset="0"/>
                </a:endParaRPr>
              </a:p>
              <a:p>
                <a:pPr>
                  <a:lnSpc>
                    <a:spcPct val="150000"/>
                  </a:lnSpc>
                </a:pPr>
                <a14:m>
                  <m:oMath xmlns:m="http://schemas.openxmlformats.org/officeDocument/2006/math">
                    <m:r>
                      <a:rPr lang="en-US" sz="2800" i="1">
                        <a:solidFill>
                          <a:schemeClr val="tx1">
                            <a:lumMod val="85000"/>
                            <a:lumOff val="15000"/>
                          </a:schemeClr>
                        </a:solidFill>
                        <a:latin typeface="Cambria Math"/>
                        <a:ea typeface="Cambria Math" panose="02040503050406030204" pitchFamily="18" charset="0"/>
                        <a:cs typeface="Arial" panose="020B0604020202020204" pitchFamily="34" charset="0"/>
                      </a:rPr>
                      <m:t>9</m:t>
                    </m:r>
                    <m:f>
                      <m:fPr>
                        <m:ctrlPr>
                          <a:rPr lang="en-US" sz="2800" i="1">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i="1">
                            <a:solidFill>
                              <a:schemeClr val="tx1">
                                <a:lumMod val="85000"/>
                                <a:lumOff val="15000"/>
                              </a:schemeClr>
                            </a:solidFill>
                            <a:latin typeface="Cambria Math"/>
                            <a:ea typeface="Cambria Math" panose="02040503050406030204" pitchFamily="18" charset="0"/>
                            <a:cs typeface="Arial" panose="020B0604020202020204" pitchFamily="34" charset="0"/>
                          </a:rPr>
                          <m:t>1</m:t>
                        </m:r>
                      </m:num>
                      <m:den>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3</m:t>
                        </m:r>
                      </m:den>
                    </m:f>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+6</m:t>
                    </m:r>
                    <m:f>
                      <m:fPr>
                        <m:ctrlPr>
                          <a:rPr lang="en-US" sz="2800" i="1">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8</m:t>
                        </m:r>
                      </m:num>
                      <m:den>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9</m:t>
                        </m:r>
                      </m:den>
                    </m:f>
                  </m:oMath>
                </a14:m>
                <a:r>
                  <a:rPr lang="en-IN" sz="2800" dirty="0">
                    <a:latin typeface="Cambria Math" panose="02040503050406030204" pitchFamily="18" charset="0"/>
                    <a:ea typeface="Cambria Math" panose="02040503050406030204" pitchFamily="18" charset="0"/>
                    <a:cs typeface="Arial" panose="020B0604020202020204" pitchFamily="34" charset="0"/>
                  </a:rPr>
                  <a:t> is about </a:t>
                </a:r>
                <a14:m>
                  <m:oMath xmlns:m="http://schemas.openxmlformats.org/officeDocument/2006/math">
                    <m:r>
                      <a:rPr lang="en-US" sz="2800" b="0" i="1" dirty="0" smtClean="0">
                        <a:latin typeface="Cambria Math"/>
                        <a:ea typeface="Cambria Math" panose="02040503050406030204" pitchFamily="18" charset="0"/>
                        <a:cs typeface="Arial" panose="020B0604020202020204" pitchFamily="34" charset="0"/>
                      </a:rPr>
                      <m:t>17</m:t>
                    </m:r>
                  </m:oMath>
                </a14:m>
                <a:endParaRPr lang="en-IN" sz="2800" dirty="0">
                  <a:latin typeface="Cambria Math" panose="02040503050406030204" pitchFamily="18" charset="0"/>
                  <a:ea typeface="Cambria Math" panose="02040503050406030204" pitchFamily="18" charset="0"/>
                  <a:cs typeface="Arial" panose="020B0604020202020204" pitchFamily="34" charset="0"/>
                </a:endParaRPr>
              </a:p>
              <a:p>
                <a:pPr>
                  <a:lnSpc>
                    <a:spcPct val="150000"/>
                  </a:lnSpc>
                </a:pPr>
                <a14:m>
                  <m:oMath xmlns:m="http://schemas.openxmlformats.org/officeDocument/2006/math">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7</m:t>
                    </m:r>
                    <m:f>
                      <m:fPr>
                        <m:ctrlPr>
                          <a:rPr lang="en-US" sz="2800" i="1">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i="1">
                            <a:solidFill>
                              <a:schemeClr val="tx1">
                                <a:lumMod val="85000"/>
                                <a:lumOff val="15000"/>
                              </a:schemeClr>
                            </a:solidFill>
                            <a:latin typeface="Cambria Math"/>
                            <a:ea typeface="Cambria Math" panose="02040503050406030204" pitchFamily="18" charset="0"/>
                            <a:cs typeface="Arial" panose="020B0604020202020204" pitchFamily="34" charset="0"/>
                          </a:rPr>
                          <m:t>1</m:t>
                        </m:r>
                      </m:num>
                      <m:den>
                        <m:r>
                          <a:rPr lang="en-US" sz="2800" i="1">
                            <a:solidFill>
                              <a:schemeClr val="tx1">
                                <a:lumMod val="85000"/>
                                <a:lumOff val="15000"/>
                              </a:schemeClr>
                            </a:solidFill>
                            <a:latin typeface="Cambria Math"/>
                            <a:ea typeface="Cambria Math" panose="02040503050406030204" pitchFamily="18" charset="0"/>
                            <a:cs typeface="Arial" panose="020B0604020202020204" pitchFamily="34" charset="0"/>
                          </a:rPr>
                          <m:t>2</m:t>
                        </m:r>
                      </m:den>
                    </m:f>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+8</m:t>
                    </m:r>
                    <m:f>
                      <m:fPr>
                        <m:ctrlPr>
                          <a:rPr lang="en-US" sz="2800" i="1">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i="1">
                            <a:solidFill>
                              <a:schemeClr val="tx1">
                                <a:lumMod val="85000"/>
                                <a:lumOff val="15000"/>
                              </a:schemeClr>
                            </a:solidFill>
                            <a:latin typeface="Cambria Math"/>
                            <a:ea typeface="Cambria Math" panose="02040503050406030204" pitchFamily="18" charset="0"/>
                            <a:cs typeface="Arial" panose="020B0604020202020204" pitchFamily="34" charset="0"/>
                          </a:rPr>
                          <m:t>1</m:t>
                        </m:r>
                      </m:num>
                      <m:den>
                        <m:r>
                          <a:rPr lang="en-US" sz="2800" b="0" i="1" smtClean="0">
                            <a:solidFill>
                              <a:schemeClr val="tx1">
                                <a:lumMod val="85000"/>
                                <a:lumOff val="15000"/>
                              </a:schemeClr>
                            </a:solidFill>
                            <a:latin typeface="Cambria Math"/>
                            <a:ea typeface="Cambria Math" panose="02040503050406030204" pitchFamily="18" charset="0"/>
                            <a:cs typeface="Arial" panose="020B0604020202020204" pitchFamily="34" charset="0"/>
                          </a:rPr>
                          <m:t>10</m:t>
                        </m:r>
                      </m:den>
                    </m:f>
                  </m:oMath>
                </a14:m>
                <a:r>
                  <a:rPr lang="en-IN" sz="2800" dirty="0">
                    <a:latin typeface="Cambria Math" panose="02040503050406030204" pitchFamily="18" charset="0"/>
                    <a:ea typeface="Cambria Math" panose="02040503050406030204" pitchFamily="18" charset="0"/>
                    <a:cs typeface="Arial" panose="020B0604020202020204" pitchFamily="34" charset="0"/>
                  </a:rPr>
                  <a:t> is about </a:t>
                </a:r>
                <a14:m>
                  <m:oMath xmlns:m="http://schemas.openxmlformats.org/officeDocument/2006/math">
                    <m:r>
                      <a:rPr lang="en-US" sz="2800" b="0" i="1" dirty="0" smtClean="0">
                        <a:latin typeface="Cambria Math"/>
                        <a:ea typeface="Cambria Math" panose="02040503050406030204" pitchFamily="18" charset="0"/>
                        <a:cs typeface="Arial" panose="020B0604020202020204" pitchFamily="34" charset="0"/>
                      </a:rPr>
                      <m:t>17</m:t>
                    </m:r>
                  </m:oMath>
                </a14:m>
                <a:endParaRPr lang="en-IN" sz="2800" dirty="0">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12" name="Rectangle 10"/>
              <p:cNvSpPr>
                <a:spLocks noRot="1" noChangeAspect="1" noMove="1" noResize="1" noEditPoints="1" noAdjustHandles="1" noChangeArrowheads="1" noChangeShapeType="1" noTextEdit="1"/>
              </p:cNvSpPr>
              <p:nvPr/>
            </p:nvSpPr>
            <p:spPr>
              <a:xfrm>
                <a:off x="505579" y="936000"/>
                <a:ext cx="6914552" cy="4131516"/>
              </a:xfrm>
              <a:prstGeom prst="rect">
                <a:avLst/>
              </a:prstGeom>
              <a:blipFill>
                <a:blip r:embed="rId2"/>
                <a:stretch>
                  <a:fillRect l="-1852"/>
                </a:stretch>
              </a:blipFill>
            </p:spPr>
            <p:txBody>
              <a:bodyPr/>
              <a:lstStyle/>
              <a:p>
                <a:r>
                  <a:rPr lang="en-IN">
                    <a:noFill/>
                  </a:rPr>
                  <a:t> </a:t>
                </a:r>
              </a:p>
            </p:txBody>
          </p:sp>
        </mc:Fallback>
      </mc:AlternateContent>
    </p:spTree>
    <p:extLst>
      <p:ext uri="{BB962C8B-B14F-4D97-AF65-F5344CB8AC3E}">
        <p14:creationId xmlns:p14="http://schemas.microsoft.com/office/powerpoint/2010/main" val="148462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p:blipFill>
        <p:spPr bwMode="auto">
          <a:xfrm>
            <a:off x="4820132" y="1358303"/>
            <a:ext cx="4122156" cy="2880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F2E9F79-1180-5E3D-0B67-B293D55F3E48}"/>
              </a:ext>
            </a:extLst>
          </p:cNvPr>
          <p:cNvSpPr txBox="1">
            <a:spLocks/>
          </p:cNvSpPr>
          <p:nvPr/>
        </p:nvSpPr>
        <p:spPr>
          <a:xfrm>
            <a:off x="484560" y="316034"/>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00B050"/>
                </a:solidFill>
                <a:latin typeface="Arial" panose="020B0604020202020204" pitchFamily="34" charset="0"/>
                <a:cs typeface="Arial" panose="020B0604020202020204" pitchFamily="34" charset="0"/>
              </a:rPr>
              <a:t>Be Curious</a:t>
            </a:r>
          </a:p>
        </p:txBody>
      </p:sp>
      <p:sp>
        <p:nvSpPr>
          <p:cNvPr id="9" name="Content Placeholder 2">
            <a:extLst>
              <a:ext uri="{FF2B5EF4-FFF2-40B4-BE49-F238E27FC236}">
                <a16:creationId xmlns:a16="http://schemas.microsoft.com/office/drawing/2014/main" id="{3C64A2BC-4D5F-F313-BCCF-8697F016B769}"/>
              </a:ext>
            </a:extLst>
          </p:cNvPr>
          <p:cNvSpPr txBox="1">
            <a:spLocks/>
          </p:cNvSpPr>
          <p:nvPr/>
        </p:nvSpPr>
        <p:spPr>
          <a:xfrm>
            <a:off x="484561" y="936100"/>
            <a:ext cx="4034174" cy="134158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What do you notice?</a:t>
            </a:r>
          </a:p>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What do you wonder?</a:t>
            </a:r>
          </a:p>
        </p:txBody>
      </p:sp>
      <p:pic>
        <p:nvPicPr>
          <p:cNvPr id="8" name="Picture 7">
            <a:extLst>
              <a:ext uri="{FF2B5EF4-FFF2-40B4-BE49-F238E27FC236}">
                <a16:creationId xmlns:a16="http://schemas.microsoft.com/office/drawing/2014/main" id="{CF797394-7ECA-97A6-7715-02A88CBC888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4560" y="5017796"/>
            <a:ext cx="5054600" cy="838200"/>
          </a:xfrm>
          <a:prstGeom prst="rect">
            <a:avLst/>
          </a:prstGeom>
        </p:spPr>
      </p:pic>
      <p:sp>
        <p:nvSpPr>
          <p:cNvPr id="10" name="Content Placeholder 2">
            <a:extLst>
              <a:ext uri="{FF2B5EF4-FFF2-40B4-BE49-F238E27FC236}">
                <a16:creationId xmlns:a16="http://schemas.microsoft.com/office/drawing/2014/main" id="{5A3EB752-9D25-5726-24C8-F9E847F38609}"/>
              </a:ext>
            </a:extLst>
          </p:cNvPr>
          <p:cNvSpPr txBox="1">
            <a:spLocks/>
          </p:cNvSpPr>
          <p:nvPr/>
        </p:nvSpPr>
        <p:spPr>
          <a:xfrm>
            <a:off x="3344577" y="5175114"/>
            <a:ext cx="2194584" cy="63971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Mindset</a:t>
            </a:r>
          </a:p>
        </p:txBody>
      </p:sp>
    </p:spTree>
    <p:extLst>
      <p:ext uri="{BB962C8B-B14F-4D97-AF65-F5344CB8AC3E}">
        <p14:creationId xmlns:p14="http://schemas.microsoft.com/office/powerpoint/2010/main" val="1645297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8CF9263-71A8-0A46-BDD3-4DBAF9703EFD}"/>
              </a:ext>
            </a:extLst>
          </p:cNvPr>
          <p:cNvSpPr/>
          <p:nvPr/>
        </p:nvSpPr>
        <p:spPr>
          <a:xfrm>
            <a:off x="554843" y="5855996"/>
            <a:ext cx="10741420" cy="492443"/>
          </a:xfrm>
          <a:prstGeom prst="rect">
            <a:avLst/>
          </a:prstGeom>
        </p:spPr>
        <p:txBody>
          <a:bodyPr wrap="square">
            <a:spAutoFit/>
          </a:bodyPr>
          <a:lstStyle/>
          <a:p>
            <a:r>
              <a:rPr lang="en-US" sz="2600" dirty="0">
                <a:solidFill>
                  <a:schemeClr val="tx1">
                    <a:lumMod val="65000"/>
                    <a:lumOff val="35000"/>
                  </a:schemeClr>
                </a:solidFill>
                <a:latin typeface="Arial" panose="020B0604020202020204" pitchFamily="34" charset="0"/>
                <a:cs typeface="Arial" panose="020B0604020202020204" pitchFamily="34" charset="0"/>
              </a:rPr>
              <a:t>What helps you be a contributor to the math class community?</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p:blipFill>
        <p:spPr bwMode="auto">
          <a:xfrm>
            <a:off x="4820132" y="1358303"/>
            <a:ext cx="5002266" cy="34949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F2E9F79-1180-5E3D-0B67-B293D55F3E48}"/>
              </a:ext>
            </a:extLst>
          </p:cNvPr>
          <p:cNvSpPr txBox="1">
            <a:spLocks/>
          </p:cNvSpPr>
          <p:nvPr/>
        </p:nvSpPr>
        <p:spPr>
          <a:xfrm>
            <a:off x="484560" y="316034"/>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00B050"/>
                </a:solidFill>
                <a:latin typeface="Arial" panose="020B0604020202020204" pitchFamily="34" charset="0"/>
                <a:cs typeface="Arial" panose="020B0604020202020204" pitchFamily="34" charset="0"/>
              </a:rPr>
              <a:t>Be Curious</a:t>
            </a:r>
          </a:p>
        </p:txBody>
      </p:sp>
      <p:sp>
        <p:nvSpPr>
          <p:cNvPr id="9" name="Content Placeholder 2">
            <a:extLst>
              <a:ext uri="{FF2B5EF4-FFF2-40B4-BE49-F238E27FC236}">
                <a16:creationId xmlns:a16="http://schemas.microsoft.com/office/drawing/2014/main" id="{3C64A2BC-4D5F-F313-BCCF-8697F016B769}"/>
              </a:ext>
            </a:extLst>
          </p:cNvPr>
          <p:cNvSpPr txBox="1">
            <a:spLocks/>
          </p:cNvSpPr>
          <p:nvPr/>
        </p:nvSpPr>
        <p:spPr>
          <a:xfrm>
            <a:off x="484560" y="936100"/>
            <a:ext cx="3904129" cy="134158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What do you notice?</a:t>
            </a:r>
          </a:p>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What do you wonder?</a:t>
            </a:r>
          </a:p>
        </p:txBody>
      </p:sp>
      <p:pic>
        <p:nvPicPr>
          <p:cNvPr id="10" name="Picture 9">
            <a:extLst>
              <a:ext uri="{FF2B5EF4-FFF2-40B4-BE49-F238E27FC236}">
                <a16:creationId xmlns:a16="http://schemas.microsoft.com/office/drawing/2014/main" id="{CF797394-7ECA-97A6-7715-02A88CBC888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4560" y="5017796"/>
            <a:ext cx="5054600" cy="838200"/>
          </a:xfrm>
          <a:prstGeom prst="rect">
            <a:avLst/>
          </a:prstGeom>
        </p:spPr>
      </p:pic>
      <p:sp>
        <p:nvSpPr>
          <p:cNvPr id="11" name="Content Placeholder 2">
            <a:extLst>
              <a:ext uri="{FF2B5EF4-FFF2-40B4-BE49-F238E27FC236}">
                <a16:creationId xmlns:a16="http://schemas.microsoft.com/office/drawing/2014/main" id="{5A3EB752-9D25-5726-24C8-F9E847F38609}"/>
              </a:ext>
            </a:extLst>
          </p:cNvPr>
          <p:cNvSpPr txBox="1">
            <a:spLocks/>
          </p:cNvSpPr>
          <p:nvPr/>
        </p:nvSpPr>
        <p:spPr>
          <a:xfrm>
            <a:off x="3344577" y="5175114"/>
            <a:ext cx="2194584" cy="63971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Mindset</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0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47</a:t>
            </a:r>
          </a:p>
        </p:txBody>
      </p:sp>
      <p:grpSp xmlns:a="http://schemas.openxmlformats.org/drawingml/2006/main" xmlns:p="http://schemas.openxmlformats.org/presentationml/2006/main">
        <p:nvGrpSpPr>
          <p:cNvPr id="1028" name="TEACH-3-student-move" descr="TEACH 3 · Use intentional questioning to deepen learning"/>
          <p:cNvGrpSpPr/>
          <p:nvPr/>
        </p:nvGrpSpPr>
        <p:grpSpPr>
          <a:xfrm>
            <a:off x="6187440" y="5179340"/>
            <a:ext cx="5501640" cy="594360"/>
            <a:chOff x="6187440" y="5179340"/>
            <a:chExt cx="5501640" cy="594360"/>
          </a:xfrm>
        </p:grpSpPr>
        <p:sp>
          <p:nvSpPr>
            <p:cNvPr id="1029" name="TEACH-move-card"/>
            <p:cNvSpPr/>
            <p:nvPr/>
          </p:nvSpPr>
          <p:spPr>
            <a:xfrm>
              <a:off x="6187440" y="5179340"/>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30" name="TEACH-move-rule"/>
            <p:cNvSpPr/>
            <p:nvPr/>
          </p:nvSpPr>
          <p:spPr>
            <a:xfrm>
              <a:off x="6233160" y="5339360"/>
              <a:ext cx="100584" cy="274320"/>
            </a:xfrm>
            <a:prstGeom prst="roundRect">
              <a:avLst>
                <a:gd name="adj" fmla="val 50000"/>
              </a:avLst>
            </a:prstGeom>
            <a:solidFill>
              <a:srgbClr val="01708C"/>
            </a:solidFill>
            <a:ln>
              <a:noFill/>
            </a:ln>
          </p:spPr>
          <p:txBody>
            <a:bodyPr/>
            <a:lstStyle/>
            <a:p>
              <a:endParaRPr/>
            </a:p>
          </p:txBody>
        </p:sp>
        <p:sp>
          <p:nvSpPr>
            <p:cNvPr id="1031" name="TEACH-move-text"/>
            <p:cNvSpPr txBox="1"/>
            <p:nvPr/>
          </p:nvSpPr>
          <p:spPr>
            <a:xfrm>
              <a:off x="6507480" y="5179340"/>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extLst>
      <p:ext uri="{BB962C8B-B14F-4D97-AF65-F5344CB8AC3E}">
        <p14:creationId xmlns:p14="http://schemas.microsoft.com/office/powerpoint/2010/main" val="2026132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4" y="936000"/>
            <a:ext cx="7694236" cy="324230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James is putting a special restorative stain on the entire surface of the wooden chest. One can of stain covers about 35 square feet.</a:t>
            </a:r>
          </a:p>
          <a:p>
            <a:pPr>
              <a:spcBef>
                <a:spcPts val="1800"/>
              </a:spcBef>
            </a:pPr>
            <a:r>
              <a:rPr lang="en-US" sz="2800" b="1" dirty="0">
                <a:solidFill>
                  <a:schemeClr val="tx1"/>
                </a:solidFill>
                <a:latin typeface="Arial" panose="020B0604020202020204" pitchFamily="34" charset="0"/>
                <a:cs typeface="Arial" panose="020B0604020202020204" pitchFamily="34" charset="0"/>
              </a:rPr>
              <a:t>How many cans of stain will James need?</a:t>
            </a:r>
          </a:p>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a:t>
            </a:r>
          </a:p>
        </p:txBody>
      </p:sp>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1800" y="1311910"/>
            <a:ext cx="3307080" cy="3373754"/>
          </a:xfrm>
          <a:prstGeom prst="rect">
            <a:avLst/>
          </a:prstGeom>
        </p:spPr>
      </p:pic>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47</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extLst>
      <p:ext uri="{BB962C8B-B14F-4D97-AF65-F5344CB8AC3E}">
        <p14:creationId xmlns:p14="http://schemas.microsoft.com/office/powerpoint/2010/main" val="798257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6" y="936100"/>
            <a:ext cx="7525714" cy="387142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anose="020B0604020202020204" pitchFamily="34" charset="0"/>
                <a:cs typeface="Arial" panose="020B0604020202020204" pitchFamily="34" charset="0"/>
              </a:rPr>
              <a:t>James is putting a special restorative stain on the entire surface of the wooden chest. One can of stain covers about 35 square feet. How many cans of stain will James need?​</a:t>
            </a: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r>
              <a:rPr lang="en-US" sz="2800" b="1" dirty="0">
                <a:solidFill>
                  <a:schemeClr val="tx1"/>
                </a:solidFill>
                <a:latin typeface="Arial" panose="020B0604020202020204" pitchFamily="34" charset="0"/>
                <a:cs typeface="Arial" panose="020B0604020202020204" pitchFamily="34" charset="0"/>
              </a:rPr>
              <a:t>What do you know about the stain James is using?</a:t>
            </a:r>
            <a:endParaRPr lang="en-IN" sz="2800" b="1" dirty="0">
              <a:solidFill>
                <a:schemeClr val="tx1"/>
              </a:solidFill>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1688B19B-BA3C-7A74-37BA-7BD940263632}"/>
              </a:ext>
            </a:extLst>
          </p:cNvPr>
          <p:cNvSpPr txBox="1">
            <a:spLocks/>
          </p:cNvSpPr>
          <p:nvPr/>
        </p:nvSpPr>
        <p:spPr>
          <a:xfrm>
            <a:off x="484566" y="5215900"/>
            <a:ext cx="8055752" cy="116714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2508475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6" y="936100"/>
            <a:ext cx="7525714" cy="387142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anose="020B0604020202020204" pitchFamily="34" charset="0"/>
                <a:cs typeface="Arial" panose="020B0604020202020204" pitchFamily="34" charset="0"/>
              </a:rPr>
              <a:t>James is putting a special restorative stain on the entire surface of the wooden chest. One can of stain covers about 35 square feet. How many cans of stain will James need?​</a:t>
            </a: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r>
              <a:rPr lang="en-US" sz="2800" b="1" dirty="0">
                <a:solidFill>
                  <a:schemeClr val="tx1"/>
                </a:solidFill>
                <a:latin typeface="Arial" panose="020B0604020202020204" pitchFamily="34" charset="0"/>
                <a:cs typeface="Arial" panose="020B0604020202020204" pitchFamily="34" charset="0"/>
              </a:rPr>
              <a:t>What do you know about the stain James is using?</a:t>
            </a:r>
            <a:endParaRPr lang="en-IN" sz="2800" b="1" dirty="0">
              <a:solidFill>
                <a:schemeClr val="tx1"/>
              </a:solidFill>
              <a:latin typeface="Arial" panose="020B0604020202020204" pitchFamily="34" charset="0"/>
              <a:cs typeface="Arial" panose="020B0604020202020204" pitchFamily="34" charset="0"/>
            </a:endParaRPr>
          </a:p>
        </p:txBody>
      </p:sp>
      <p:sp>
        <p:nvSpPr>
          <p:cNvPr id="12" name="Content Placeholder 2">
            <a:extLst>
              <a:ext uri="{FF2B5EF4-FFF2-40B4-BE49-F238E27FC236}">
                <a16:creationId xmlns:a16="http://schemas.microsoft.com/office/drawing/2014/main" id="{1688B19B-BA3C-7A74-37BA-7BD940263632}"/>
              </a:ext>
            </a:extLst>
          </p:cNvPr>
          <p:cNvSpPr txBox="1">
            <a:spLocks/>
          </p:cNvSpPr>
          <p:nvPr/>
        </p:nvSpPr>
        <p:spPr>
          <a:xfrm>
            <a:off x="484566" y="5215900"/>
            <a:ext cx="8055752" cy="116714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About 35 square feet can be covered by one can.</a:t>
            </a:r>
            <a:endParaRPr lang="en-IN" sz="2800" dirty="0">
              <a:solidFill>
                <a:schemeClr val="tx1">
                  <a:lumMod val="65000"/>
                  <a:lumOff val="35000"/>
                </a:schemeClr>
              </a:solidFill>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8"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p:nvSpPr>
          <p:cNvPr id="15" name="EWL-COVER-1"/>
          <p:cNvSpPr/>
          <p:nvPr/>
        </p:nvSpPr>
        <p:spPr>
          <a:xfrm>
            <a:off x="429702" y="5161036"/>
            <a:ext cx="8165480" cy="1276873"/>
          </a:xfrm>
          <a:prstGeom prst="rect">
            <a:avLst/>
          </a:prstGeom>
          <a:solidFill>
            <a:srgbClr val="FFFFFF"/>
          </a:solidFill>
          <a:ln>
            <a:noFill/>
          </a:ln>
        </p:spPr>
        <p:txBody>
          <a:bodyPr/>
          <a:lstStyle/>
          <a:p/>
        </p:txBody>
      </p:sp>
    </p:spTree>
    <p:extLst>
      <p:ext uri="{BB962C8B-B14F-4D97-AF65-F5344CB8AC3E}">
        <p14:creationId xmlns:p14="http://schemas.microsoft.com/office/powerpoint/2010/main" val="2768128216"/>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15"/>
                                  </p:tgtEl>
                                  <p:attrNameLst>
                                    <p:attrName>style.visibility</p:attrName>
                                  </p:attrNameLst>
                                </p:cBhvr>
                                <p:to>
                                  <p:strVal val="hidden"/>
                                </p:to>
                              </p:set>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6000" y="936000"/>
            <a:ext cx="7702036" cy="374683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James is putting a special restorative stain on the entire surface of the wooden chest. One can of stain covers about 35 square feet. </a:t>
            </a:r>
            <a:r>
              <a:rPr lang="en-US" sz="2800" dirty="0">
                <a:solidFill>
                  <a:schemeClr val="tx1"/>
                </a:solidFill>
                <a:latin typeface="Arial" panose="020B0604020202020204" pitchFamily="34" charset="0"/>
                <a:cs typeface="Arial" panose="020B0604020202020204" pitchFamily="34" charset="0"/>
              </a:rPr>
              <a:t>How many cans of stain will James need?​</a:t>
            </a:r>
          </a:p>
          <a:p>
            <a:pPr>
              <a:spcBef>
                <a:spcPts val="1800"/>
              </a:spcBef>
            </a:pPr>
            <a:endParaRPr lang="en-US" dirty="0">
              <a:solidFill>
                <a:schemeClr val="tx1">
                  <a:lumMod val="85000"/>
                  <a:lumOff val="15000"/>
                </a:schemeClr>
              </a:solidFill>
              <a:latin typeface="Arial" panose="020B0604020202020204" pitchFamily="34" charset="0"/>
              <a:cs typeface="Arial" panose="020B0604020202020204" pitchFamily="34" charset="0"/>
            </a:endParaRPr>
          </a:p>
          <a:p>
            <a:pPr>
              <a:spcBef>
                <a:spcPts val="1800"/>
              </a:spcBef>
            </a:pPr>
            <a:r>
              <a:rPr lang="en-US" sz="2800" b="1" dirty="0">
                <a:solidFill>
                  <a:schemeClr val="tx1"/>
                </a:solidFill>
                <a:latin typeface="Arial" panose="020B0604020202020204" pitchFamily="34" charset="0"/>
                <a:cs typeface="Arial" panose="020B0604020202020204" pitchFamily="34" charset="0"/>
              </a:rPr>
              <a:t>What do you need to find in order to determine how many cans of stain James will need?</a:t>
            </a:r>
            <a:endParaRPr lang="en-IN" sz="2800" b="1" dirty="0">
              <a:solidFill>
                <a:schemeClr val="tx1"/>
              </a:solidFill>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1688B19B-BA3C-7A74-37BA-7BD940263632}"/>
              </a:ext>
            </a:extLst>
          </p:cNvPr>
          <p:cNvSpPr txBox="1">
            <a:spLocks/>
          </p:cNvSpPr>
          <p:nvPr/>
        </p:nvSpPr>
        <p:spPr>
          <a:xfrm>
            <a:off x="485999" y="4849429"/>
            <a:ext cx="8080951"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3016854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6000" y="936000"/>
            <a:ext cx="7702036" cy="374683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James is putting a special restorative stain on the entire surface of the wooden chest. One can of stain covers about 35 square feet.</a:t>
            </a:r>
            <a:r>
              <a:rPr lang="en-US" sz="2800" dirty="0">
                <a:solidFill>
                  <a:schemeClr val="tx1"/>
                </a:solidFill>
                <a:latin typeface="Arial" panose="020B0604020202020204" pitchFamily="34" charset="0"/>
                <a:cs typeface="Arial" panose="020B0604020202020204" pitchFamily="34" charset="0"/>
              </a:rPr>
              <a:t> How many cans of stain will James need?​</a:t>
            </a:r>
          </a:p>
          <a:p>
            <a:pPr>
              <a:spcBef>
                <a:spcPts val="1800"/>
              </a:spcBef>
            </a:pPr>
            <a:endParaRPr lang="en-US" dirty="0">
              <a:solidFill>
                <a:schemeClr val="tx1">
                  <a:lumMod val="85000"/>
                  <a:lumOff val="15000"/>
                </a:schemeClr>
              </a:solidFill>
              <a:latin typeface="Arial" panose="020B0604020202020204" pitchFamily="34" charset="0"/>
              <a:cs typeface="Arial" panose="020B0604020202020204" pitchFamily="34" charset="0"/>
            </a:endParaRPr>
          </a:p>
          <a:p>
            <a:pPr>
              <a:spcBef>
                <a:spcPts val="1800"/>
              </a:spcBef>
            </a:pPr>
            <a:r>
              <a:rPr lang="en-US" sz="2800" b="1" dirty="0">
                <a:solidFill>
                  <a:schemeClr val="tx1"/>
                </a:solidFill>
                <a:latin typeface="Arial" panose="020B0604020202020204" pitchFamily="34" charset="0"/>
                <a:cs typeface="Arial" panose="020B0604020202020204" pitchFamily="34" charset="0"/>
              </a:rPr>
              <a:t>What do you need to find in order to determine how many cans of stain James will need?</a:t>
            </a:r>
            <a:endParaRPr lang="en-IN" sz="2800" b="1" dirty="0">
              <a:solidFill>
                <a:schemeClr val="tx1"/>
              </a:solidFill>
              <a:latin typeface="Arial" panose="020B0604020202020204" pitchFamily="34" charset="0"/>
              <a:cs typeface="Arial" panose="020B0604020202020204" pitchFamily="34" charset="0"/>
            </a:endParaRPr>
          </a:p>
        </p:txBody>
      </p:sp>
      <p:sp>
        <p:nvSpPr>
          <p:cNvPr id="12" name="Content Placeholder 2">
            <a:extLst>
              <a:ext uri="{FF2B5EF4-FFF2-40B4-BE49-F238E27FC236}">
                <a16:creationId xmlns:a16="http://schemas.microsoft.com/office/drawing/2014/main" id="{1688B19B-BA3C-7A74-37BA-7BD940263632}"/>
              </a:ext>
            </a:extLst>
          </p:cNvPr>
          <p:cNvSpPr txBox="1">
            <a:spLocks/>
          </p:cNvSpPr>
          <p:nvPr/>
        </p:nvSpPr>
        <p:spPr>
          <a:xfrm>
            <a:off x="485999" y="4849429"/>
            <a:ext cx="8080951"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We need to find how many square feet need to be stained.</a:t>
            </a:r>
            <a:endParaRPr lang="en-IN" sz="2800" dirty="0">
              <a:solidFill>
                <a:schemeClr val="tx1">
                  <a:lumMod val="65000"/>
                  <a:lumOff val="35000"/>
                </a:schemeClr>
              </a:solidFill>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8"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p:nvSpPr>
          <p:cNvPr id="15" name="EWL-COVER-1"/>
          <p:cNvSpPr/>
          <p:nvPr/>
        </p:nvSpPr>
        <p:spPr>
          <a:xfrm>
            <a:off x="431135" y="4794565"/>
            <a:ext cx="8190679" cy="1651955"/>
          </a:xfrm>
          <a:prstGeom prst="rect">
            <a:avLst/>
          </a:prstGeom>
          <a:solidFill>
            <a:srgbClr val="FFFFFF"/>
          </a:solidFill>
          <a:ln>
            <a:noFill/>
          </a:ln>
        </p:spPr>
        <p:txBody>
          <a:bodyPr/>
          <a:lstStyle/>
          <a:p/>
        </p:txBody>
      </p:sp>
    </p:spTree>
    <p:extLst>
      <p:ext uri="{BB962C8B-B14F-4D97-AF65-F5344CB8AC3E}">
        <p14:creationId xmlns:p14="http://schemas.microsoft.com/office/powerpoint/2010/main" val="2131197016"/>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15"/>
                                  </p:tgtEl>
                                  <p:attrNameLst>
                                    <p:attrName>style.visibility</p:attrName>
                                  </p:attrNameLst>
                                </p:cBhvr>
                                <p:to>
                                  <p:strVal val="hidden"/>
                                </p:to>
                              </p:set>
                            </p:childTnLst>
                          </p:cTn>
                        </p:par>
                      </p:childTnLst>
                    </p:cTn>
                  </p:par>
                </p:childTnLst>
              </p:cTn>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6" y="936100"/>
            <a:ext cx="7268587" cy="367746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anose="020B0604020202020204" pitchFamily="34" charset="0"/>
                <a:cs typeface="Arial" panose="020B0604020202020204" pitchFamily="34" charset="0"/>
              </a:rPr>
              <a:t>James is putting a special restorative stain on the entire surface of the wooden chest.</a:t>
            </a: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r>
              <a:rPr lang="en-US" sz="2800" b="1" dirty="0">
                <a:solidFill>
                  <a:schemeClr val="tx1"/>
                </a:solidFill>
                <a:latin typeface="Arial" panose="020B0604020202020204" pitchFamily="34" charset="0"/>
                <a:cs typeface="Arial" panose="020B0604020202020204" pitchFamily="34" charset="0"/>
              </a:rPr>
              <a:t>How can you determine the total square feet of the chest?</a:t>
            </a:r>
            <a:endParaRPr lang="en-IN" sz="2800" b="1" dirty="0">
              <a:solidFill>
                <a:schemeClr val="tx1"/>
              </a:solidFill>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1688B19B-BA3C-7A74-37BA-7BD940263632}"/>
              </a:ext>
            </a:extLst>
          </p:cNvPr>
          <p:cNvSpPr txBox="1">
            <a:spLocks/>
          </p:cNvSpPr>
          <p:nvPr/>
        </p:nvSpPr>
        <p:spPr>
          <a:xfrm>
            <a:off x="484565" y="4831674"/>
            <a:ext cx="7674013"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517156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6" y="936100"/>
            <a:ext cx="7268587" cy="367746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anose="020B0604020202020204" pitchFamily="34" charset="0"/>
                <a:cs typeface="Arial" panose="020B0604020202020204" pitchFamily="34" charset="0"/>
              </a:rPr>
              <a:t>James is putting a special restorative stain on the entire surface of the wooden chest.</a:t>
            </a: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r>
              <a:rPr lang="en-US" sz="2800" b="1" dirty="0">
                <a:solidFill>
                  <a:schemeClr val="tx1"/>
                </a:solidFill>
                <a:latin typeface="Arial" panose="020B0604020202020204" pitchFamily="34" charset="0"/>
                <a:cs typeface="Arial" panose="020B0604020202020204" pitchFamily="34" charset="0"/>
              </a:rPr>
              <a:t>How can you determine the total square feet of the chest?</a:t>
            </a:r>
            <a:endParaRPr lang="en-IN" sz="2800" b="1" dirty="0">
              <a:solidFill>
                <a:schemeClr val="tx1"/>
              </a:solidFill>
              <a:latin typeface="Arial" panose="020B0604020202020204" pitchFamily="34" charset="0"/>
              <a:cs typeface="Arial" panose="020B0604020202020204" pitchFamily="34" charset="0"/>
            </a:endParaRPr>
          </a:p>
        </p:txBody>
      </p:sp>
      <p:sp>
        <p:nvSpPr>
          <p:cNvPr id="12" name="Content Placeholder 2">
            <a:extLst>
              <a:ext uri="{FF2B5EF4-FFF2-40B4-BE49-F238E27FC236}">
                <a16:creationId xmlns:a16="http://schemas.microsoft.com/office/drawing/2014/main" id="{1688B19B-BA3C-7A74-37BA-7BD940263632}"/>
              </a:ext>
            </a:extLst>
          </p:cNvPr>
          <p:cNvSpPr txBox="1">
            <a:spLocks/>
          </p:cNvSpPr>
          <p:nvPr/>
        </p:nvSpPr>
        <p:spPr>
          <a:xfrm>
            <a:off x="484565" y="4831674"/>
            <a:ext cx="7674013"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We can find the area of each surface of the wooden chest.</a:t>
            </a:r>
            <a:endParaRPr lang="en-IN" sz="2800" dirty="0">
              <a:solidFill>
                <a:schemeClr val="tx1">
                  <a:lumMod val="65000"/>
                  <a:lumOff val="35000"/>
                </a:schemeClr>
              </a:solidFill>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1800" y="1311910"/>
            <a:ext cx="3307080" cy="3373754"/>
          </a:xfrm>
          <a:prstGeom prst="rect">
            <a:avLst/>
          </a:prstGeom>
        </p:spPr>
      </p:pic>
      <p:sp>
        <p:nvSpPr>
          <p:cNvPr id="8"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p:nvSpPr>
          <p:cNvPr id="15" name="EWL-COVER-1"/>
          <p:cNvSpPr/>
          <p:nvPr/>
        </p:nvSpPr>
        <p:spPr>
          <a:xfrm>
            <a:off x="429701" y="4776810"/>
            <a:ext cx="7783741" cy="1659768"/>
          </a:xfrm>
          <a:prstGeom prst="rect">
            <a:avLst/>
          </a:prstGeom>
          <a:solidFill>
            <a:srgbClr val="FFFFFF"/>
          </a:solidFill>
          <a:ln>
            <a:noFill/>
          </a:ln>
        </p:spPr>
        <p:txBody>
          <a:bodyPr/>
          <a:lstStyle/>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47</a:t>
            </a:r>
          </a:p>
        </p:txBody>
      </p:sp>
      <p:grpSp xmlns:a="http://schemas.openxmlformats.org/drawingml/2006/main" xmlns:p="http://schemas.openxmlformats.org/presentationml/2006/main">
        <p:nvGrpSpPr>
          <p:cNvPr id="17" name="TEACH-6-student-move" descr="TEACH 6 · Organize and implement routines to support a learning-focused classroom"/>
          <p:cNvGrpSpPr/>
          <p:nvPr/>
        </p:nvGrpSpPr>
        <p:grpSpPr>
          <a:xfrm>
            <a:off x="502920" y="4392762"/>
            <a:ext cx="5501640" cy="402336"/>
            <a:chOff x="502920" y="4392762"/>
            <a:chExt cx="5501640" cy="402336"/>
          </a:xfrm>
        </p:grpSpPr>
        <p:sp>
          <p:nvSpPr>
            <p:cNvPr id="18" name="TEACH-move-card"/>
            <p:cNvSpPr/>
            <p:nvPr/>
          </p:nvSpPr>
          <p:spPr>
            <a:xfrm>
              <a:off x="502920" y="4392762"/>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19" name="TEACH-move-rule"/>
            <p:cNvSpPr/>
            <p:nvPr/>
          </p:nvSpPr>
          <p:spPr>
            <a:xfrm>
              <a:off x="548640" y="4456770"/>
              <a:ext cx="100584" cy="274320"/>
            </a:xfrm>
            <a:prstGeom prst="roundRect">
              <a:avLst>
                <a:gd name="adj" fmla="val 50000"/>
              </a:avLst>
            </a:prstGeom>
            <a:solidFill>
              <a:srgbClr val="01708C"/>
            </a:solidFill>
            <a:ln>
              <a:noFill/>
            </a:ln>
          </p:spPr>
          <p:txBody>
            <a:bodyPr/>
            <a:lstStyle/>
            <a:p>
              <a:endParaRPr/>
            </a:p>
          </p:txBody>
        </p:sp>
        <p:sp>
          <p:nvSpPr>
            <p:cNvPr id="20" name="TEACH-move-text"/>
            <p:cNvSpPr txBox="1"/>
            <p:nvPr/>
          </p:nvSpPr>
          <p:spPr>
            <a:xfrm>
              <a:off x="822960" y="4392762"/>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extLst>
      <p:ext uri="{BB962C8B-B14F-4D97-AF65-F5344CB8AC3E}">
        <p14:creationId xmlns:p14="http://schemas.microsoft.com/office/powerpoint/2010/main" val="201256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6" y="936100"/>
            <a:ext cx="7412525" cy="3278713"/>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anose="020B0604020202020204" pitchFamily="34" charset="0"/>
                <a:cs typeface="Arial" panose="020B0604020202020204" pitchFamily="34" charset="0"/>
              </a:rPr>
              <a:t>We need to find the area of each surface of the wooden chest, or the surface area.</a:t>
            </a: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r>
              <a:rPr lang="en-US" sz="2800" dirty="0">
                <a:solidFill>
                  <a:schemeClr val="tx1"/>
                </a:solidFill>
                <a:latin typeface="Arial" panose="020B0604020202020204" pitchFamily="34" charset="0"/>
                <a:cs typeface="Arial" panose="020B0604020202020204" pitchFamily="34" charset="0"/>
              </a:rPr>
              <a:t>The </a:t>
            </a:r>
            <a:r>
              <a:rPr lang="en-US" sz="2800" b="1" dirty="0">
                <a:solidFill>
                  <a:schemeClr val="tx1">
                    <a:lumMod val="85000"/>
                    <a:lumOff val="15000"/>
                  </a:schemeClr>
                </a:solidFill>
                <a:highlight>
                  <a:srgbClr val="FFFF00"/>
                </a:highlight>
                <a:latin typeface="Arial" panose="020B0604020202020204" pitchFamily="34" charset="0"/>
                <a:cs typeface="Arial" panose="020B0604020202020204" pitchFamily="34" charset="0"/>
              </a:rPr>
              <a:t>surface area</a:t>
            </a:r>
            <a:r>
              <a:rPr lang="en-US" sz="2800" dirty="0">
                <a:solidFill>
                  <a:schemeClr val="tx1"/>
                </a:solidFill>
                <a:latin typeface="Arial" panose="020B0604020202020204" pitchFamily="34" charset="0"/>
                <a:cs typeface="Arial" panose="020B0604020202020204" pitchFamily="34" charset="0"/>
              </a:rPr>
              <a:t> of a three-dimensional figure is the sum of the areas of the faces.​</a:t>
            </a:r>
          </a:p>
        </p:txBody>
      </p:sp>
      <p:sp>
        <p:nvSpPr>
          <p:cNvPr id="12" name="Content Placeholder 2">
            <a:extLst>
              <a:ext uri="{FF2B5EF4-FFF2-40B4-BE49-F238E27FC236}">
                <a16:creationId xmlns:a16="http://schemas.microsoft.com/office/drawing/2014/main" id="{F4FFF2A7-2678-8829-6A24-F75A58F64C87}"/>
              </a:ext>
            </a:extLst>
          </p:cNvPr>
          <p:cNvSpPr txBox="1">
            <a:spLocks/>
          </p:cNvSpPr>
          <p:nvPr/>
        </p:nvSpPr>
        <p:spPr>
          <a:xfrm>
            <a:off x="484566" y="4351921"/>
            <a:ext cx="7887077" cy="205775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chemeClr val="bg1"/>
                </a:solidFill>
                <a:highlight>
                  <a:srgbClr val="1E2682"/>
                </a:highlight>
                <a:latin typeface="Arial" panose="020B0604020202020204" pitchFamily="34" charset="0"/>
                <a:cs typeface="Arial" panose="020B0604020202020204" pitchFamily="34" charset="0"/>
              </a:rPr>
              <a:t> Think About It</a:t>
            </a:r>
            <a:r>
              <a:rPr lang="en-US" sz="2800" b="1" dirty="0">
                <a:solidFill>
                  <a:srgbClr val="1E2682"/>
                </a:solidFill>
                <a:highlight>
                  <a:srgbClr val="1E2682"/>
                </a:highlight>
                <a:latin typeface="Arial" panose="020B0604020202020204" pitchFamily="34" charset="0"/>
                <a:cs typeface="Arial" panose="020B0604020202020204" pitchFamily="34" charset="0"/>
              </a:rPr>
              <a:t>:</a:t>
            </a:r>
            <a:r>
              <a:rPr lang="en-US" sz="2800" b="1" dirty="0">
                <a:solidFill>
                  <a:schemeClr val="bg1"/>
                </a:solidFill>
                <a:highlight>
                  <a:srgbClr val="1E2682"/>
                </a:highlight>
                <a:latin typeface="Arial" panose="020B0604020202020204" pitchFamily="34" charset="0"/>
                <a:cs typeface="Arial" panose="020B0604020202020204" pitchFamily="34" charset="0"/>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3549759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6" y="936100"/>
            <a:ext cx="7412525" cy="3278713"/>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anose="020B0604020202020204" pitchFamily="34" charset="0"/>
                <a:cs typeface="Arial" panose="020B0604020202020204" pitchFamily="34" charset="0"/>
              </a:rPr>
              <a:t>We need to find the area of each surface of the wooden chest, or the surface area.</a:t>
            </a: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r>
              <a:rPr lang="en-US" sz="2800" dirty="0">
                <a:solidFill>
                  <a:schemeClr val="tx1"/>
                </a:solidFill>
                <a:latin typeface="Arial" panose="020B0604020202020204" pitchFamily="34" charset="0"/>
                <a:cs typeface="Arial" panose="020B0604020202020204" pitchFamily="34" charset="0"/>
              </a:rPr>
              <a:t>The </a:t>
            </a:r>
            <a:r>
              <a:rPr lang="en-US" sz="2800" b="1" dirty="0">
                <a:solidFill>
                  <a:schemeClr val="tx1">
                    <a:lumMod val="85000"/>
                    <a:lumOff val="15000"/>
                  </a:schemeClr>
                </a:solidFill>
                <a:highlight>
                  <a:srgbClr val="FFFF00"/>
                </a:highlight>
                <a:latin typeface="Arial" panose="020B0604020202020204" pitchFamily="34" charset="0"/>
                <a:cs typeface="Arial" panose="020B0604020202020204" pitchFamily="34" charset="0"/>
              </a:rPr>
              <a:t>surface area</a:t>
            </a:r>
            <a:r>
              <a:rPr lang="en-US" sz="2800" dirty="0">
                <a:solidFill>
                  <a:schemeClr val="tx1"/>
                </a:solidFill>
                <a:latin typeface="Arial" panose="020B0604020202020204" pitchFamily="34" charset="0"/>
                <a:cs typeface="Arial" panose="020B0604020202020204" pitchFamily="34" charset="0"/>
              </a:rPr>
              <a:t> of a three-dimensional figure is the sum of the areas of the faces.​</a:t>
            </a:r>
          </a:p>
        </p:txBody>
      </p:sp>
      <p:sp>
        <p:nvSpPr>
          <p:cNvPr id="12" name="Content Placeholder 2">
            <a:extLst>
              <a:ext uri="{FF2B5EF4-FFF2-40B4-BE49-F238E27FC236}">
                <a16:creationId xmlns:a16="http://schemas.microsoft.com/office/drawing/2014/main" id="{F4FFF2A7-2678-8829-6A24-F75A58F64C87}"/>
              </a:ext>
            </a:extLst>
          </p:cNvPr>
          <p:cNvSpPr txBox="1">
            <a:spLocks/>
          </p:cNvSpPr>
          <p:nvPr/>
        </p:nvSpPr>
        <p:spPr>
          <a:xfrm>
            <a:off x="484566" y="4351921"/>
            <a:ext cx="7887077" cy="205775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chemeClr val="bg1"/>
                </a:solidFill>
                <a:highlight>
                  <a:srgbClr val="1E2682"/>
                </a:highlight>
                <a:latin typeface="Arial" panose="020B0604020202020204" pitchFamily="34" charset="0"/>
                <a:cs typeface="Arial" panose="020B0604020202020204" pitchFamily="34" charset="0"/>
              </a:rPr>
              <a:t> Think About It</a:t>
            </a:r>
            <a:r>
              <a:rPr lang="en-US" sz="2800" b="1" dirty="0">
                <a:solidFill>
                  <a:srgbClr val="1E2682"/>
                </a:solidFill>
                <a:highlight>
                  <a:srgbClr val="1E2682"/>
                </a:highlight>
                <a:latin typeface="Arial" panose="020B0604020202020204" pitchFamily="34" charset="0"/>
                <a:cs typeface="Arial" panose="020B0604020202020204" pitchFamily="34" charset="0"/>
              </a:rPr>
              <a:t>:</a:t>
            </a:r>
            <a:r>
              <a:rPr lang="en-US" sz="2800" b="1" dirty="0">
                <a:solidFill>
                  <a:schemeClr val="bg1"/>
                </a:solidFill>
                <a:highlight>
                  <a:srgbClr val="1E2682"/>
                </a:highlight>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How can you apply what you know about finding the area of composite figures to find the surface area of the wooden chest?</a:t>
            </a:r>
            <a:endParaRPr lang="en-IN" sz="2800" dirty="0">
              <a:solidFill>
                <a:schemeClr val="tx1">
                  <a:lumMod val="65000"/>
                  <a:lumOff val="35000"/>
                </a:schemeClr>
              </a:solidFill>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1800" y="1311910"/>
            <a:ext cx="3307080" cy="3373754"/>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47</a:t>
            </a:r>
          </a:p>
        </p:txBody>
      </p:sp>
    </p:spTree>
    <p:extLst>
      <p:ext uri="{BB962C8B-B14F-4D97-AF65-F5344CB8AC3E}">
        <p14:creationId xmlns:p14="http://schemas.microsoft.com/office/powerpoint/2010/main" val="820028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6" y="936100"/>
            <a:ext cx="7398766" cy="304034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IN" sz="2800" b="1" dirty="0">
                <a:solidFill>
                  <a:schemeClr val="tx1"/>
                </a:solidFill>
                <a:latin typeface="Arial" panose="020B0604020202020204" pitchFamily="34" charset="0"/>
                <a:cs typeface="Arial" panose="020B0604020202020204" pitchFamily="34" charset="0"/>
              </a:rPr>
              <a:t>What tool you can use to find the area of each surface of the wooden chest?</a:t>
            </a:r>
          </a:p>
          <a:p>
            <a:pPr>
              <a:spcBef>
                <a:spcPts val="1800"/>
              </a:spcBef>
            </a:pPr>
            <a:endParaRPr lang="en-US" sz="2800" dirty="0">
              <a:solidFill>
                <a:schemeClr val="tx1"/>
              </a:solidFill>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5440C7A-15F0-7234-76CB-6A4D3BD0B35C}"/>
              </a:ext>
            </a:extLst>
          </p:cNvPr>
          <p:cNvSpPr txBox="1">
            <a:spLocks/>
          </p:cNvSpPr>
          <p:nvPr/>
        </p:nvSpPr>
        <p:spPr>
          <a:xfrm>
            <a:off x="484566" y="5310495"/>
            <a:ext cx="7949220" cy="122281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8"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1957127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6" y="936100"/>
            <a:ext cx="7398766" cy="304034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IN" sz="2800" b="1" dirty="0">
                <a:solidFill>
                  <a:schemeClr val="tx1"/>
                </a:solidFill>
                <a:latin typeface="Arial" panose="020B0604020202020204" pitchFamily="34" charset="0"/>
                <a:cs typeface="Arial" panose="020B0604020202020204" pitchFamily="34" charset="0"/>
              </a:rPr>
              <a:t>What tool you can use to find the area of each surface of the wooden chest?</a:t>
            </a:r>
          </a:p>
          <a:p>
            <a:pPr>
              <a:spcBef>
                <a:spcPts val="1800"/>
              </a:spcBef>
            </a:pPr>
            <a:endParaRPr lang="en-US" sz="2800" dirty="0">
              <a:solidFill>
                <a:schemeClr val="tx1"/>
              </a:solidFill>
              <a:latin typeface="Arial" panose="020B0604020202020204" pitchFamily="34" charset="0"/>
              <a:cs typeface="Arial" panose="020B0604020202020204" pitchFamily="34" charset="0"/>
            </a:endParaRPr>
          </a:p>
        </p:txBody>
      </p:sp>
      <p:sp>
        <p:nvSpPr>
          <p:cNvPr id="12" name="Content Placeholder 2">
            <a:extLst>
              <a:ext uri="{FF2B5EF4-FFF2-40B4-BE49-F238E27FC236}">
                <a16:creationId xmlns:a16="http://schemas.microsoft.com/office/drawing/2014/main" id="{1688B19B-BA3C-7A74-37BA-7BD940263632}"/>
              </a:ext>
            </a:extLst>
          </p:cNvPr>
          <p:cNvSpPr txBox="1">
            <a:spLocks/>
          </p:cNvSpPr>
          <p:nvPr/>
        </p:nvSpPr>
        <p:spPr>
          <a:xfrm>
            <a:off x="484566" y="5310495"/>
            <a:ext cx="7949220" cy="122281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We can use a net. </a:t>
            </a:r>
            <a:endParaRPr lang="en-IN" sz="2800" dirty="0">
              <a:solidFill>
                <a:schemeClr val="tx1">
                  <a:lumMod val="65000"/>
                  <a:lumOff val="35000"/>
                </a:schemeClr>
              </a:solidFill>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1800" y="1311910"/>
            <a:ext cx="3307080" cy="3373754"/>
          </a:xfrm>
          <a:prstGeom prst="rect">
            <a:avLst/>
          </a:prstGeom>
        </p:spPr>
      </p:pic>
      <p:sp>
        <p:nvSpPr>
          <p:cNvPr id="8"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p:nvSpPr>
          <p:cNvPr id="15" name="EWL-COVER-1"/>
          <p:cNvSpPr/>
          <p:nvPr/>
        </p:nvSpPr>
        <p:spPr>
          <a:xfrm>
            <a:off x="429702" y="5255631"/>
            <a:ext cx="8058948" cy="1190889"/>
          </a:xfrm>
          <a:prstGeom prst="rect">
            <a:avLst/>
          </a:prstGeom>
          <a:solidFill>
            <a:srgbClr val="FFFFFF"/>
          </a:solidFill>
          <a:ln>
            <a:noFill/>
          </a:ln>
        </p:spPr>
        <p:txBody>
          <a:bodyPr/>
          <a:lstStyle/>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47</a:t>
            </a:r>
          </a:p>
        </p:txBody>
      </p:sp>
      <p:sp xmlns:p="http://schemas.openxmlformats.org/presentationml/2006/main" xmlns:a="http://schemas.openxmlformats.org/drawingml/2006/main">
        <p:nvSpPr>
          <p:cNvPr id="17" name="TEACH-embedded-student-prompt" descr="Student thinking and response directions"/>
          <p:cNvSpPr txBox="1"/>
          <p:nvPr/>
        </p:nvSpPr>
        <p:spPr>
          <a:xfrm>
            <a:off x="594360" y="43159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extLst>
      <p:ext uri="{BB962C8B-B14F-4D97-AF65-F5344CB8AC3E}">
        <p14:creationId xmlns:p14="http://schemas.microsoft.com/office/powerpoint/2010/main" val="1274603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6" y="1011833"/>
            <a:ext cx="7413010" cy="387469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anose="020B0604020202020204" pitchFamily="34" charset="0"/>
                <a:cs typeface="Arial" panose="020B0604020202020204" pitchFamily="34" charset="0"/>
              </a:rPr>
              <a:t>We can use a net to deconstruct the chest.</a:t>
            </a: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r>
              <a:rPr lang="en-US" sz="2800" b="1" dirty="0">
                <a:solidFill>
                  <a:schemeClr val="tx1"/>
                </a:solidFill>
                <a:latin typeface="Arial" panose="020B0604020202020204" pitchFamily="34" charset="0"/>
                <a:cs typeface="Arial" panose="020B0604020202020204" pitchFamily="34" charset="0"/>
              </a:rPr>
              <a:t>What type of three-dimensional figure models the chest? What are the defining attributes of the figure?</a:t>
            </a:r>
          </a:p>
        </p:txBody>
      </p:sp>
      <p:sp>
        <p:nvSpPr>
          <p:cNvPr id="7" name="Content Placeholder 2">
            <a:extLst>
              <a:ext uri="{FF2B5EF4-FFF2-40B4-BE49-F238E27FC236}">
                <a16:creationId xmlns:a16="http://schemas.microsoft.com/office/drawing/2014/main" id="{1688B19B-BA3C-7A74-37BA-7BD940263632}"/>
              </a:ext>
            </a:extLst>
          </p:cNvPr>
          <p:cNvSpPr txBox="1">
            <a:spLocks/>
          </p:cNvSpPr>
          <p:nvPr/>
        </p:nvSpPr>
        <p:spPr>
          <a:xfrm>
            <a:off x="484566" y="4716264"/>
            <a:ext cx="8037997"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3076021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6" y="1011833"/>
            <a:ext cx="7413010" cy="387469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anose="020B0604020202020204" pitchFamily="34" charset="0"/>
                <a:cs typeface="Arial" panose="020B0604020202020204" pitchFamily="34" charset="0"/>
              </a:rPr>
              <a:t>We can use a net to deconstruct the chest.</a:t>
            </a: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endParaRPr lang="en-US" sz="2800" dirty="0">
              <a:solidFill>
                <a:schemeClr val="tx1"/>
              </a:solidFill>
              <a:latin typeface="Arial" panose="020B0604020202020204" pitchFamily="34" charset="0"/>
              <a:cs typeface="Arial" panose="020B0604020202020204" pitchFamily="34" charset="0"/>
            </a:endParaRPr>
          </a:p>
          <a:p>
            <a:pPr>
              <a:spcBef>
                <a:spcPts val="1800"/>
              </a:spcBef>
            </a:pPr>
            <a:r>
              <a:rPr lang="en-US" sz="2800" b="1" dirty="0">
                <a:solidFill>
                  <a:schemeClr val="tx1"/>
                </a:solidFill>
                <a:latin typeface="Arial" panose="020B0604020202020204" pitchFamily="34" charset="0"/>
                <a:cs typeface="Arial" panose="020B0604020202020204" pitchFamily="34" charset="0"/>
              </a:rPr>
              <a:t>What type of three-dimensional figure models the chest? What are the defining attributes of the figure?</a:t>
            </a:r>
          </a:p>
        </p:txBody>
      </p:sp>
      <p:sp>
        <p:nvSpPr>
          <p:cNvPr id="8" name="Content Placeholder 2">
            <a:extLst>
              <a:ext uri="{FF2B5EF4-FFF2-40B4-BE49-F238E27FC236}">
                <a16:creationId xmlns:a16="http://schemas.microsoft.com/office/drawing/2014/main" id="{1688B19B-BA3C-7A74-37BA-7BD940263632}"/>
              </a:ext>
            </a:extLst>
          </p:cNvPr>
          <p:cNvSpPr txBox="1">
            <a:spLocks/>
          </p:cNvSpPr>
          <p:nvPr/>
        </p:nvSpPr>
        <p:spPr>
          <a:xfrm>
            <a:off x="484566" y="4716264"/>
            <a:ext cx="8037997"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The chest is a rectangular prism. It has 6 rectangular faces with 3 pairs of congruent faces</a:t>
            </a:r>
            <a:r>
              <a:rPr lang="en-US" sz="2800" dirty="0">
                <a:latin typeface="Arial" pitchFamily="34" charset="0"/>
                <a:cs typeface="Arial" pitchFamily="34" charset="0"/>
              </a:rPr>
              <a:t>.</a:t>
            </a:r>
            <a:endParaRPr lang="en-IN" sz="2800" dirty="0">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19910" y="1432401"/>
            <a:ext cx="3070860" cy="3132772"/>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p:nvSpPr>
          <p:cNvPr id="15" name="EWL-COVER-1"/>
          <p:cNvSpPr/>
          <p:nvPr/>
        </p:nvSpPr>
        <p:spPr>
          <a:xfrm>
            <a:off x="429702" y="4661400"/>
            <a:ext cx="8147725" cy="1659768"/>
          </a:xfrm>
          <a:prstGeom prst="rect">
            <a:avLst/>
          </a:prstGeom>
          <a:solidFill>
            <a:srgbClr val="FFFFFF"/>
          </a:solidFill>
          <a:ln>
            <a:noFill/>
          </a:ln>
        </p:spPr>
        <p:txBody>
          <a:bodyPr/>
          <a:lstStyle/>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47</a:t>
            </a:r>
          </a:p>
        </p:txBody>
      </p:sp>
    </p:spTree>
    <p:extLst>
      <p:ext uri="{BB962C8B-B14F-4D97-AF65-F5344CB8AC3E}">
        <p14:creationId xmlns:p14="http://schemas.microsoft.com/office/powerpoint/2010/main" val="512173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7" y="936101"/>
            <a:ext cx="4721614" cy="319201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Let’s create a net of the rectangular prism chest.​</a:t>
            </a:r>
          </a:p>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A rectangular prism is made up of 3 pairs of congruent faces.​</a:t>
            </a:r>
          </a:p>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The bottom face is a 2-foot by 5-foot rectangle.​</a:t>
            </a:r>
          </a:p>
          <a:p>
            <a:pPr>
              <a:spcBef>
                <a:spcPts val="1800"/>
              </a:spcBef>
            </a:pPr>
            <a:r>
              <a:rPr lang="en-US" sz="2800" b="1" dirty="0">
                <a:solidFill>
                  <a:schemeClr val="tx1"/>
                </a:solidFill>
                <a:latin typeface="Arial" pitchFamily="34" charset="0"/>
                <a:cs typeface="Arial" pitchFamily="34" charset="0"/>
              </a:rPr>
              <a:t>​</a:t>
            </a:r>
            <a:endParaRPr lang="en-IN" sz="2800" b="1" dirty="0">
              <a:solidFill>
                <a:schemeClr val="tx1"/>
              </a:solidFill>
              <a:latin typeface="Arial" pitchFamily="34" charset="0"/>
              <a:cs typeface="Arial" pitchFamily="34" charset="0"/>
            </a:endParaRPr>
          </a:p>
          <a:p>
            <a:pPr>
              <a:spcBef>
                <a:spcPts val="1800"/>
              </a:spcBef>
            </a:pPr>
            <a:endParaRPr lang="en-US" sz="2800" dirty="0">
              <a:solidFill>
                <a:schemeClr val="tx1">
                  <a:lumMod val="85000"/>
                  <a:lumOff val="15000"/>
                </a:schemeClr>
              </a:solidFill>
              <a:latin typeface="Arial" panose="020B0604020202020204" pitchFamily="34" charset="0"/>
              <a:cs typeface="Arial" panose="020B0604020202020204" pitchFamily="34" charset="0"/>
            </a:endParaRPr>
          </a:p>
          <a:p>
            <a:pPr>
              <a:spcBef>
                <a:spcPts val="1800"/>
              </a:spcBef>
            </a:pPr>
            <a:endParaRPr lang="en-US" sz="2800" dirty="0">
              <a:solidFill>
                <a:schemeClr val="tx1">
                  <a:lumMod val="85000"/>
                  <a:lumOff val="15000"/>
                </a:schemeClr>
              </a:solidFill>
              <a:latin typeface="Arial" panose="020B0604020202020204" pitchFamily="34" charset="0"/>
              <a:cs typeface="Arial" panose="020B0604020202020204" pitchFamily="34" charset="0"/>
            </a:endParaRPr>
          </a:p>
          <a:p>
            <a:pPr>
              <a:spcBef>
                <a:spcPts val="1800"/>
              </a:spcBef>
            </a:pPr>
            <a:endParaRPr lang="en-US" sz="2800" dirty="0">
              <a:solidFill>
                <a:schemeClr val="tx1">
                  <a:lumMod val="85000"/>
                  <a:lumOff val="15000"/>
                </a:schemeClr>
              </a:solidFill>
              <a:latin typeface="Arial" panose="020B0604020202020204" pitchFamily="34" charset="0"/>
              <a:cs typeface="Arial" panose="020B0604020202020204" pitchFamily="34" charset="0"/>
            </a:endParaRPr>
          </a:p>
          <a:p>
            <a:pPr>
              <a:spcBef>
                <a:spcPts val="1800"/>
              </a:spcBef>
            </a:pPr>
            <a:endParaRPr lang="en-US" sz="2800" dirty="0">
              <a:solidFill>
                <a:schemeClr val="tx1">
                  <a:lumMod val="85000"/>
                  <a:lumOff val="15000"/>
                </a:schemeClr>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6615" y="1629000"/>
            <a:ext cx="6715385" cy="360000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47</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extLst>
      <p:ext uri="{BB962C8B-B14F-4D97-AF65-F5344CB8AC3E}">
        <p14:creationId xmlns:p14="http://schemas.microsoft.com/office/powerpoint/2010/main" val="478210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7" y="936100"/>
                <a:ext cx="4810104" cy="258295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The left face is a </a:t>
                </a:r>
                <a14:m>
                  <m:oMath xmlns:m="http://schemas.openxmlformats.org/officeDocument/2006/math">
                    <m:r>
                      <a:rPr lang="en-US" sz="2800" b="0" i="1" smtClean="0">
                        <a:solidFill>
                          <a:schemeClr val="tx1">
                            <a:lumMod val="85000"/>
                            <a:lumOff val="15000"/>
                          </a:schemeClr>
                        </a:solidFill>
                        <a:latin typeface="Cambria Math" panose="02040503050406030204" pitchFamily="18" charset="0"/>
                        <a:cs typeface="Arial" panose="020B0604020202020204" pitchFamily="34" charset="0"/>
                      </a:rPr>
                      <m:t>3</m:t>
                    </m:r>
                    <m:f>
                      <m:fPr>
                        <m:ctrlPr>
                          <a:rPr lang="en-US" sz="2800" b="0" i="1" smtClean="0">
                            <a:solidFill>
                              <a:schemeClr val="tx1">
                                <a:lumMod val="85000"/>
                                <a:lumOff val="15000"/>
                              </a:schemeClr>
                            </a:solidFill>
                            <a:latin typeface="Cambria Math" panose="02040503050406030204" pitchFamily="18" charset="0"/>
                            <a:cs typeface="Arial" panose="020B0604020202020204" pitchFamily="34" charset="0"/>
                          </a:rPr>
                        </m:ctrlPr>
                      </m:fPr>
                      <m:num>
                        <m:r>
                          <a:rPr lang="en-US" sz="2800" b="0" i="1" smtClean="0">
                            <a:solidFill>
                              <a:schemeClr val="tx1">
                                <a:lumMod val="85000"/>
                                <a:lumOff val="15000"/>
                              </a:schemeClr>
                            </a:solidFill>
                            <a:latin typeface="Cambria Math" panose="02040503050406030204" pitchFamily="18" charset="0"/>
                            <a:cs typeface="Arial" panose="020B0604020202020204" pitchFamily="34" charset="0"/>
                          </a:rPr>
                          <m:t>1</m:t>
                        </m:r>
                      </m:num>
                      <m:den>
                        <m:r>
                          <a:rPr lang="en-US" sz="2800" b="0" i="1" smtClean="0">
                            <a:solidFill>
                              <a:schemeClr val="tx1">
                                <a:lumMod val="85000"/>
                                <a:lumOff val="15000"/>
                              </a:schemeClr>
                            </a:solidFill>
                            <a:latin typeface="Cambria Math" panose="02040503050406030204" pitchFamily="18" charset="0"/>
                            <a:cs typeface="Arial" panose="020B0604020202020204" pitchFamily="34" charset="0"/>
                          </a:rPr>
                          <m:t>2</m:t>
                        </m:r>
                      </m:den>
                    </m:f>
                  </m:oMath>
                </a14:m>
                <a:r>
                  <a:rPr lang="en-US" sz="2800" dirty="0">
                    <a:solidFill>
                      <a:schemeClr val="tx1">
                        <a:lumMod val="85000"/>
                        <a:lumOff val="15000"/>
                      </a:schemeClr>
                    </a:solidFill>
                    <a:latin typeface="Arial" panose="020B0604020202020204" pitchFamily="34" charset="0"/>
                    <a:cs typeface="Arial" panose="020B0604020202020204" pitchFamily="34" charset="0"/>
                  </a:rPr>
                  <a:t>-foot by 5-foot rectangle.​</a:t>
                </a:r>
              </a:p>
            </p:txBody>
          </p:sp>
        </mc:Choice>
        <mc:Fallback xmlns="">
          <p:sp>
            <p:nvSpPr>
              <p:cNvPr id="15" name="Content Placeholder 2">
                <a:extLst>
                  <a:ext uri="{FF2B5EF4-FFF2-40B4-BE49-F238E27FC236}">
                    <a16:creationId xmlns:a16="http://schemas.microsoft.com/office/drawing/2014/main" id="{D7D5C8EC-F1EF-6146-850F-128719B25F22}"/>
                  </a:ext>
                </a:extLst>
              </p:cNvPr>
              <p:cNvSpPr txBox="1">
                <a:spLocks noRot="1" noChangeAspect="1" noMove="1" noResize="1" noEditPoints="1" noAdjustHandles="1" noChangeArrowheads="1" noChangeShapeType="1" noTextEdit="1"/>
              </p:cNvSpPr>
              <p:nvPr/>
            </p:nvSpPr>
            <p:spPr>
              <a:xfrm>
                <a:off x="484567" y="936100"/>
                <a:ext cx="4810104" cy="2582955"/>
              </a:xfrm>
              <a:prstGeom prst="rect">
                <a:avLst/>
              </a:prstGeom>
              <a:blipFill>
                <a:blip r:embed="rId3"/>
                <a:stretch>
                  <a:fillRect l="-2532"/>
                </a:stretch>
              </a:blipFill>
            </p:spPr>
            <p:txBody>
              <a:bodyPr/>
              <a:lstStyle/>
              <a:p>
                <a:r>
                  <a:rPr lang="en-US">
                    <a:noFill/>
                  </a:rPr>
                  <a:t> </a:t>
                </a:r>
              </a:p>
            </p:txBody>
          </p:sp>
        </mc:Fallback>
      </mc:AlternateContent>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8559" y="1715056"/>
            <a:ext cx="6715385" cy="3600000"/>
          </a:xfrm>
          <a:prstGeom prst="rect">
            <a:avLst/>
          </a:prstGeom>
        </p:spPr>
      </p:pic>
      <p:sp>
        <p:nvSpPr>
          <p:cNvPr id="11"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1202346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7" y="936100"/>
                <a:ext cx="4913343" cy="267993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The right face is a </a:t>
                </a:r>
                <a14:m>
                  <m:oMath xmlns:m="http://schemas.openxmlformats.org/officeDocument/2006/math">
                    <m:r>
                      <a:rPr lang="en-US" sz="2800" b="0" i="1" smtClean="0">
                        <a:solidFill>
                          <a:schemeClr val="tx1">
                            <a:lumMod val="85000"/>
                            <a:lumOff val="15000"/>
                          </a:schemeClr>
                        </a:solidFill>
                        <a:latin typeface="Cambria Math" panose="02040503050406030204" pitchFamily="18" charset="0"/>
                        <a:cs typeface="Arial" panose="020B0604020202020204" pitchFamily="34" charset="0"/>
                      </a:rPr>
                      <m:t>3</m:t>
                    </m:r>
                    <m:f>
                      <m:fPr>
                        <m:ctrlPr>
                          <a:rPr lang="en-US" sz="2800" b="0" i="1" smtClean="0">
                            <a:solidFill>
                              <a:schemeClr val="tx1">
                                <a:lumMod val="85000"/>
                                <a:lumOff val="15000"/>
                              </a:schemeClr>
                            </a:solidFill>
                            <a:latin typeface="Cambria Math" panose="02040503050406030204" pitchFamily="18" charset="0"/>
                            <a:cs typeface="Arial" panose="020B0604020202020204" pitchFamily="34" charset="0"/>
                          </a:rPr>
                        </m:ctrlPr>
                      </m:fPr>
                      <m:num>
                        <m:r>
                          <a:rPr lang="en-US" sz="2800" b="0" i="1" smtClean="0">
                            <a:solidFill>
                              <a:schemeClr val="tx1">
                                <a:lumMod val="85000"/>
                                <a:lumOff val="15000"/>
                              </a:schemeClr>
                            </a:solidFill>
                            <a:latin typeface="Cambria Math" panose="02040503050406030204" pitchFamily="18" charset="0"/>
                            <a:cs typeface="Arial" panose="020B0604020202020204" pitchFamily="34" charset="0"/>
                          </a:rPr>
                          <m:t>1</m:t>
                        </m:r>
                      </m:num>
                      <m:den>
                        <m:r>
                          <a:rPr lang="en-US" sz="2800" b="0" i="1" smtClean="0">
                            <a:solidFill>
                              <a:schemeClr val="tx1">
                                <a:lumMod val="85000"/>
                                <a:lumOff val="15000"/>
                              </a:schemeClr>
                            </a:solidFill>
                            <a:latin typeface="Cambria Math" panose="02040503050406030204" pitchFamily="18" charset="0"/>
                            <a:cs typeface="Arial" panose="020B0604020202020204" pitchFamily="34" charset="0"/>
                          </a:rPr>
                          <m:t>2</m:t>
                        </m:r>
                      </m:den>
                    </m:f>
                  </m:oMath>
                </a14:m>
                <a:r>
                  <a:rPr lang="en-US" sz="2800" dirty="0">
                    <a:solidFill>
                      <a:schemeClr val="tx1">
                        <a:lumMod val="85000"/>
                        <a:lumOff val="15000"/>
                      </a:schemeClr>
                    </a:solidFill>
                    <a:latin typeface="Arial" panose="020B0604020202020204" pitchFamily="34" charset="0"/>
                    <a:cs typeface="Arial" panose="020B0604020202020204" pitchFamily="34" charset="0"/>
                  </a:rPr>
                  <a:t>-foot by 5-foot rectangle.​</a:t>
                </a:r>
              </a:p>
            </p:txBody>
          </p:sp>
        </mc:Choice>
        <mc:Fallback xmlns="">
          <p:sp>
            <p:nvSpPr>
              <p:cNvPr id="15" name="Content Placeholder 2">
                <a:extLst>
                  <a:ext uri="{FF2B5EF4-FFF2-40B4-BE49-F238E27FC236}">
                    <a16:creationId xmlns:a16="http://schemas.microsoft.com/office/drawing/2014/main" id="{D7D5C8EC-F1EF-6146-850F-128719B25F22}"/>
                  </a:ext>
                </a:extLst>
              </p:cNvPr>
              <p:cNvSpPr txBox="1">
                <a:spLocks noRot="1" noChangeAspect="1" noMove="1" noResize="1" noEditPoints="1" noAdjustHandles="1" noChangeArrowheads="1" noChangeShapeType="1" noTextEdit="1"/>
              </p:cNvSpPr>
              <p:nvPr/>
            </p:nvSpPr>
            <p:spPr>
              <a:xfrm>
                <a:off x="484567" y="936100"/>
                <a:ext cx="4913343" cy="2679936"/>
              </a:xfrm>
              <a:prstGeom prst="rect">
                <a:avLst/>
              </a:prstGeom>
              <a:blipFill>
                <a:blip r:embed="rId3"/>
                <a:stretch>
                  <a:fillRect l="-2481" r="-372"/>
                </a:stretch>
              </a:blipFill>
            </p:spPr>
            <p:txBody>
              <a:bodyPr/>
              <a:lstStyle/>
              <a:p>
                <a:r>
                  <a:rPr lang="en-US">
                    <a:noFill/>
                  </a:rPr>
                  <a:t> </a:t>
                </a:r>
              </a:p>
            </p:txBody>
          </p:sp>
        </mc:Fallback>
      </mc:AlternateContent>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7910" y="1629000"/>
            <a:ext cx="6715385" cy="360000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350266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7" y="936100"/>
            <a:ext cx="4692117" cy="353430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The top face is a 2-foot by 5-foot rectangle. It is congruent to the bottom face.​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p:blipFill>
        <p:spPr>
          <a:xfrm>
            <a:off x="5601238" y="1662751"/>
            <a:ext cx="6589470" cy="3532499"/>
          </a:xfrm>
          <a:prstGeom prst="rect">
            <a:avLst/>
          </a:prstGeom>
        </p:spPr>
      </p:pic>
      <p:sp>
        <p:nvSpPr>
          <p:cNvPr id="7"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2797013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7" y="900588"/>
                <a:ext cx="4984078" cy="89323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The front and back faces are both 2-foot by </a:t>
                </a:r>
                <a14:m>
                  <m:oMath xmlns:m="http://schemas.openxmlformats.org/officeDocument/2006/math">
                    <m:r>
                      <a:rPr lang="en-US" sz="2800" i="1" dirty="0" smtClean="0">
                        <a:solidFill>
                          <a:schemeClr val="tx1">
                            <a:lumMod val="85000"/>
                            <a:lumOff val="15000"/>
                          </a:schemeClr>
                        </a:solidFill>
                        <a:latin typeface="Cambria Math" panose="02040503050406030204" pitchFamily="18" charset="0"/>
                        <a:cs typeface="Arial" panose="020B0604020202020204" pitchFamily="34" charset="0"/>
                      </a:rPr>
                      <m:t>3</m:t>
                    </m:r>
                    <m:f>
                      <m:fPr>
                        <m:ctrlPr>
                          <a:rPr lang="en-US" sz="2800" i="1" dirty="0" smtClean="0">
                            <a:solidFill>
                              <a:schemeClr val="tx1">
                                <a:lumMod val="85000"/>
                                <a:lumOff val="15000"/>
                              </a:schemeClr>
                            </a:solidFill>
                            <a:latin typeface="Cambria Math" panose="02040503050406030204" pitchFamily="18" charset="0"/>
                            <a:cs typeface="Arial" panose="020B0604020202020204" pitchFamily="34" charset="0"/>
                          </a:rPr>
                        </m:ctrlPr>
                      </m:fPr>
                      <m:num>
                        <m:r>
                          <a:rPr lang="en-US" sz="2800" b="0" i="1" dirty="0" smtClean="0">
                            <a:solidFill>
                              <a:schemeClr val="tx1">
                                <a:lumMod val="85000"/>
                                <a:lumOff val="15000"/>
                              </a:schemeClr>
                            </a:solidFill>
                            <a:latin typeface="Cambria Math" panose="02040503050406030204" pitchFamily="18" charset="0"/>
                            <a:cs typeface="Arial" panose="020B0604020202020204" pitchFamily="34" charset="0"/>
                          </a:rPr>
                          <m:t>1</m:t>
                        </m:r>
                      </m:num>
                      <m:den>
                        <m:r>
                          <a:rPr lang="en-US" sz="2800" b="0" i="1" dirty="0" smtClean="0">
                            <a:solidFill>
                              <a:schemeClr val="tx1">
                                <a:lumMod val="85000"/>
                                <a:lumOff val="15000"/>
                              </a:schemeClr>
                            </a:solidFill>
                            <a:latin typeface="Cambria Math" panose="02040503050406030204" pitchFamily="18" charset="0"/>
                            <a:cs typeface="Arial" panose="020B0604020202020204" pitchFamily="34" charset="0"/>
                          </a:rPr>
                          <m:t>2</m:t>
                        </m:r>
                      </m:den>
                    </m:f>
                  </m:oMath>
                </a14:m>
                <a:r>
                  <a:rPr lang="en-US" sz="2800" dirty="0">
                    <a:solidFill>
                      <a:schemeClr val="tx1">
                        <a:lumMod val="85000"/>
                        <a:lumOff val="15000"/>
                      </a:schemeClr>
                    </a:solidFill>
                    <a:latin typeface="Arial" panose="020B0604020202020204" pitchFamily="34" charset="0"/>
                    <a:cs typeface="Arial" panose="020B0604020202020204" pitchFamily="34" charset="0"/>
                  </a:rPr>
                  <a:t>-foot rectangles.</a:t>
                </a:r>
              </a:p>
              <a:p>
                <a:pPr>
                  <a:spcBef>
                    <a:spcPts val="1800"/>
                  </a:spcBef>
                </a:pPr>
                <a:r>
                  <a:rPr lang="en-US" sz="2800" b="1" dirty="0">
                    <a:solidFill>
                      <a:schemeClr val="tx1"/>
                    </a:solidFill>
                    <a:latin typeface="Arial" panose="020B0604020202020204" pitchFamily="34" charset="0"/>
                    <a:cs typeface="Arial" panose="020B0604020202020204" pitchFamily="34" charset="0"/>
                  </a:rPr>
                  <a:t>How do the dimensions of the rectangular prism relate to the faces?</a:t>
                </a:r>
              </a:p>
            </p:txBody>
          </p:sp>
        </mc:Choice>
        <mc:Fallback xmlns="">
          <p:sp>
            <p:nvSpPr>
              <p:cNvPr id="15" name="Content Placeholder 2">
                <a:extLst>
                  <a:ext uri="{FF2B5EF4-FFF2-40B4-BE49-F238E27FC236}">
                    <a16:creationId xmlns:a16="http://schemas.microsoft.com/office/drawing/2014/main" id="{D7D5C8EC-F1EF-6146-850F-128719B25F22}"/>
                  </a:ext>
                </a:extLst>
              </p:cNvPr>
              <p:cNvSpPr txBox="1">
                <a:spLocks noRot="1" noChangeAspect="1" noMove="1" noResize="1" noEditPoints="1" noAdjustHandles="1" noChangeArrowheads="1" noChangeShapeType="1" noTextEdit="1"/>
              </p:cNvSpPr>
              <p:nvPr/>
            </p:nvSpPr>
            <p:spPr>
              <a:xfrm>
                <a:off x="484567" y="900588"/>
                <a:ext cx="4984078" cy="893230"/>
              </a:xfrm>
              <a:prstGeom prst="rect">
                <a:avLst/>
              </a:prstGeom>
              <a:blipFill>
                <a:blip r:embed="rId2"/>
                <a:stretch>
                  <a:fillRect l="-2445" t="-7534" r="-2200" b="-262329"/>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0DFFEFCB-9245-F0A9-B676-7838A586D09A}"/>
              </a:ext>
            </a:extLst>
          </p:cNvPr>
          <p:cNvSpPr txBox="1">
            <a:spLocks/>
          </p:cNvSpPr>
          <p:nvPr/>
        </p:nvSpPr>
        <p:spPr>
          <a:xfrm>
            <a:off x="484564" y="4837221"/>
            <a:ext cx="4984081"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2533" y="1629000"/>
            <a:ext cx="6715385" cy="360000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3450589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0DFFEFCB-9245-F0A9-B676-7838A586D09A}"/>
              </a:ext>
            </a:extLst>
          </p:cNvPr>
          <p:cNvSpPr txBox="1">
            <a:spLocks/>
          </p:cNvSpPr>
          <p:nvPr/>
        </p:nvSpPr>
        <p:spPr>
          <a:xfrm>
            <a:off x="484564" y="4837221"/>
            <a:ext cx="8781355"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anose="020B0604020202020204" pitchFamily="34" charset="0"/>
                <a:cs typeface="Arial" panose="020B0604020202020204" pitchFamily="34" charset="0"/>
              </a:rPr>
              <a:t>The dimensions of the rectangular prism correspond to the lengths and widths of the faces.</a:t>
            </a:r>
            <a:endParaRPr lang="en-IN" sz="2800" dirty="0">
              <a:solidFill>
                <a:schemeClr val="tx1">
                  <a:lumMod val="65000"/>
                  <a:lumOff val="35000"/>
                </a:schemeClr>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D7D5C8EC-F1EF-6146-850F-128719B25F22}"/>
                  </a:ext>
                </a:extLst>
              </p:cNvPr>
              <p:cNvSpPr txBox="1">
                <a:spLocks/>
              </p:cNvSpPr>
              <p:nvPr/>
            </p:nvSpPr>
            <p:spPr>
              <a:xfrm>
                <a:off x="484567" y="900588"/>
                <a:ext cx="5113071" cy="89323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The front and back faces are both 2-foot by </a:t>
                </a:r>
                <a14:m>
                  <m:oMath xmlns:m="http://schemas.openxmlformats.org/officeDocument/2006/math">
                    <m:r>
                      <a:rPr lang="en-US" sz="2800" i="1" dirty="0" smtClean="0">
                        <a:solidFill>
                          <a:schemeClr val="tx1">
                            <a:lumMod val="85000"/>
                            <a:lumOff val="15000"/>
                          </a:schemeClr>
                        </a:solidFill>
                        <a:latin typeface="Cambria Math" panose="02040503050406030204" pitchFamily="18" charset="0"/>
                        <a:cs typeface="Arial" panose="020B0604020202020204" pitchFamily="34" charset="0"/>
                      </a:rPr>
                      <m:t>3</m:t>
                    </m:r>
                    <m:f>
                      <m:fPr>
                        <m:ctrlPr>
                          <a:rPr lang="en-US" sz="2800" i="1" dirty="0" smtClean="0">
                            <a:solidFill>
                              <a:schemeClr val="tx1">
                                <a:lumMod val="85000"/>
                                <a:lumOff val="15000"/>
                              </a:schemeClr>
                            </a:solidFill>
                            <a:latin typeface="Cambria Math" panose="02040503050406030204" pitchFamily="18" charset="0"/>
                            <a:cs typeface="Arial" panose="020B0604020202020204" pitchFamily="34" charset="0"/>
                          </a:rPr>
                        </m:ctrlPr>
                      </m:fPr>
                      <m:num>
                        <m:r>
                          <a:rPr lang="en-US" sz="2800" b="0" i="1" dirty="0" smtClean="0">
                            <a:solidFill>
                              <a:schemeClr val="tx1">
                                <a:lumMod val="85000"/>
                                <a:lumOff val="15000"/>
                              </a:schemeClr>
                            </a:solidFill>
                            <a:latin typeface="Cambria Math" panose="02040503050406030204" pitchFamily="18" charset="0"/>
                            <a:cs typeface="Arial" panose="020B0604020202020204" pitchFamily="34" charset="0"/>
                          </a:rPr>
                          <m:t>1</m:t>
                        </m:r>
                      </m:num>
                      <m:den>
                        <m:r>
                          <a:rPr lang="en-US" sz="2800" b="0" i="1" dirty="0" smtClean="0">
                            <a:solidFill>
                              <a:schemeClr val="tx1">
                                <a:lumMod val="85000"/>
                                <a:lumOff val="15000"/>
                              </a:schemeClr>
                            </a:solidFill>
                            <a:latin typeface="Cambria Math" panose="02040503050406030204" pitchFamily="18" charset="0"/>
                            <a:cs typeface="Arial" panose="020B0604020202020204" pitchFamily="34" charset="0"/>
                          </a:rPr>
                          <m:t>2</m:t>
                        </m:r>
                      </m:den>
                    </m:f>
                  </m:oMath>
                </a14:m>
                <a:r>
                  <a:rPr lang="en-US" sz="2800" dirty="0">
                    <a:solidFill>
                      <a:schemeClr val="tx1">
                        <a:lumMod val="85000"/>
                        <a:lumOff val="15000"/>
                      </a:schemeClr>
                    </a:solidFill>
                    <a:latin typeface="Arial" panose="020B0604020202020204" pitchFamily="34" charset="0"/>
                    <a:cs typeface="Arial" panose="020B0604020202020204" pitchFamily="34" charset="0"/>
                  </a:rPr>
                  <a:t>-foot rectangles.</a:t>
                </a:r>
              </a:p>
              <a:p>
                <a:pPr>
                  <a:spcBef>
                    <a:spcPts val="1800"/>
                  </a:spcBef>
                </a:pPr>
                <a:r>
                  <a:rPr lang="en-US" sz="2800" b="1" dirty="0">
                    <a:solidFill>
                      <a:schemeClr val="tx1"/>
                    </a:solidFill>
                    <a:latin typeface="Arial" panose="020B0604020202020204" pitchFamily="34" charset="0"/>
                    <a:cs typeface="Arial" panose="020B0604020202020204" pitchFamily="34" charset="0"/>
                  </a:rPr>
                  <a:t>How do the dimensions of the rectangular prism relate to the faces?</a:t>
                </a:r>
              </a:p>
            </p:txBody>
          </p:sp>
        </mc:Choice>
        <mc:Fallback xmlns="">
          <p:sp>
            <p:nvSpPr>
              <p:cNvPr id="18" name="Content Placeholder 2">
                <a:extLst>
                  <a:ext uri="{FF2B5EF4-FFF2-40B4-BE49-F238E27FC236}">
                    <a16:creationId xmlns:a16="http://schemas.microsoft.com/office/drawing/2014/main" id="{D7D5C8EC-F1EF-6146-850F-128719B25F22}"/>
                  </a:ext>
                </a:extLst>
              </p:cNvPr>
              <p:cNvSpPr txBox="1">
                <a:spLocks noRot="1" noChangeAspect="1" noMove="1" noResize="1" noEditPoints="1" noAdjustHandles="1" noChangeArrowheads="1" noChangeShapeType="1" noTextEdit="1"/>
              </p:cNvSpPr>
              <p:nvPr/>
            </p:nvSpPr>
            <p:spPr>
              <a:xfrm>
                <a:off x="484567" y="900588"/>
                <a:ext cx="5113071" cy="893230"/>
              </a:xfrm>
              <a:prstGeom prst="rect">
                <a:avLst/>
              </a:prstGeom>
              <a:blipFill>
                <a:blip r:embed="rId2"/>
                <a:stretch>
                  <a:fillRect l="-2384" t="-7534" b="-262329"/>
                </a:stretch>
              </a:blipFill>
            </p:spPr>
            <p:txBody>
              <a:bodyPr/>
              <a:lstStyle/>
              <a:p>
                <a:r>
                  <a:rPr lang="en-US">
                    <a:noFill/>
                  </a:rPr>
                  <a:t> </a:t>
                </a:r>
              </a:p>
            </p:txBody>
          </p:sp>
        </mc:Fallback>
      </mc:AlternateContent>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2533" y="1629000"/>
            <a:ext cx="6715385" cy="360000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p:nvSpPr>
          <p:cNvPr id="15" name="EWL-COVER-1"/>
          <p:cNvSpPr/>
          <p:nvPr/>
        </p:nvSpPr>
        <p:spPr>
          <a:xfrm>
            <a:off x="429700" y="4782357"/>
            <a:ext cx="8891083" cy="1659768"/>
          </a:xfrm>
          <a:prstGeom prst="rect">
            <a:avLst/>
          </a:prstGeom>
          <a:solidFill>
            <a:srgbClr val="FFFFFF"/>
          </a:solidFill>
          <a:ln>
            <a:noFill/>
          </a:ln>
        </p:spPr>
        <p:txBody>
          <a:bodyPr/>
          <a:lstStyle/>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47</a:t>
            </a:r>
          </a:p>
        </p:txBody>
      </p:sp>
      <p:sp xmlns:p="http://schemas.openxmlformats.org/presentationml/2006/main" xmlns:a="http://schemas.openxmlformats.org/drawingml/2006/main">
        <p:nvSpPr>
          <p:cNvPr id="17" name="TEACH-embedded-student-prompt" descr="Student thinking and response directions"/>
          <p:cNvSpPr txBox="1"/>
          <p:nvPr/>
        </p:nvSpPr>
        <p:spPr>
          <a:xfrm>
            <a:off x="594360" y="35478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extLst>
      <p:ext uri="{BB962C8B-B14F-4D97-AF65-F5344CB8AC3E}">
        <p14:creationId xmlns:p14="http://schemas.microsoft.com/office/powerpoint/2010/main" val="785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5" y="936101"/>
            <a:ext cx="6858343" cy="132132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How can you find the area of the faces of the rectangular prism?</a:t>
            </a:r>
          </a:p>
        </p:txBody>
      </p:sp>
      <p:sp>
        <p:nvSpPr>
          <p:cNvPr id="7" name="Content Placeholder 2">
            <a:extLst>
              <a:ext uri="{FF2B5EF4-FFF2-40B4-BE49-F238E27FC236}">
                <a16:creationId xmlns:a16="http://schemas.microsoft.com/office/drawing/2014/main" id="{1688B19B-BA3C-7A74-37BA-7BD940263632}"/>
              </a:ext>
            </a:extLst>
          </p:cNvPr>
          <p:cNvSpPr txBox="1">
            <a:spLocks/>
          </p:cNvSpPr>
          <p:nvPr/>
        </p:nvSpPr>
        <p:spPr>
          <a:xfrm>
            <a:off x="484565" y="4742603"/>
            <a:ext cx="7430710"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9156" y="1596763"/>
            <a:ext cx="4638675" cy="4295775"/>
          </a:xfrm>
          <a:prstGeom prst="rect">
            <a:avLst/>
          </a:prstGeom>
        </p:spPr>
      </p:pic>
      <p:sp>
        <p:nvSpPr>
          <p:cNvPr id="11"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832398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5" y="936101"/>
            <a:ext cx="6858343" cy="132132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How can you find the area of the faces of the rectangular prism?</a:t>
            </a:r>
          </a:p>
        </p:txBody>
      </p:sp>
      <p:sp>
        <p:nvSpPr>
          <p:cNvPr id="13" name="Content Placeholder 2">
            <a:extLst>
              <a:ext uri="{FF2B5EF4-FFF2-40B4-BE49-F238E27FC236}">
                <a16:creationId xmlns:a16="http://schemas.microsoft.com/office/drawing/2014/main" id="{1688B19B-BA3C-7A74-37BA-7BD940263632}"/>
              </a:ext>
            </a:extLst>
          </p:cNvPr>
          <p:cNvSpPr txBox="1">
            <a:spLocks/>
          </p:cNvSpPr>
          <p:nvPr/>
        </p:nvSpPr>
        <p:spPr>
          <a:xfrm>
            <a:off x="484565" y="4742603"/>
            <a:ext cx="7430710"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We can apply the formula for the area of a rectangle to find the area of each face.</a:t>
            </a:r>
            <a:endParaRPr lang="en-IN" sz="2800" dirty="0">
              <a:solidFill>
                <a:schemeClr val="tx1">
                  <a:lumMod val="65000"/>
                  <a:lumOff val="35000"/>
                </a:schemeClr>
              </a:solidFill>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9156" y="1596763"/>
            <a:ext cx="4638675" cy="4295775"/>
          </a:xfrm>
          <a:prstGeom prst="rect">
            <a:avLst/>
          </a:prstGeom>
        </p:spPr>
      </p:pic>
      <p:sp>
        <p:nvSpPr>
          <p:cNvPr id="8"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p:nvSpPr>
          <p:cNvPr id="15" name="EWL-COVER-1"/>
          <p:cNvSpPr/>
          <p:nvPr/>
        </p:nvSpPr>
        <p:spPr>
          <a:xfrm>
            <a:off x="429701" y="4687739"/>
            <a:ext cx="7540438" cy="1659768"/>
          </a:xfrm>
          <a:prstGeom prst="rect">
            <a:avLst/>
          </a:prstGeom>
          <a:solidFill>
            <a:srgbClr val="FFFFFF"/>
          </a:solidFill>
          <a:ln>
            <a:noFill/>
          </a:ln>
        </p:spPr>
        <p:txBody>
          <a:bodyPr/>
          <a:lstStyle/>
          <a:p/>
        </p:txBody>
      </p:sp>
    </p:spTree>
    <p:extLst>
      <p:ext uri="{BB962C8B-B14F-4D97-AF65-F5344CB8AC3E}">
        <p14:creationId xmlns:p14="http://schemas.microsoft.com/office/powerpoint/2010/main" val="2215011359"/>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15"/>
                                  </p:tgtEl>
                                  <p:attrNameLst>
                                    <p:attrName>style.visibility</p:attrName>
                                  </p:attrNameLst>
                                </p:cBhvr>
                                <p:to>
                                  <p:strVal val="hidden"/>
                                </p:to>
                              </p:set>
                            </p:childTnLst>
                          </p:cTn>
                        </p:par>
                      </p:childTnLst>
                    </p:cTn>
                  </p:par>
                </p:childTnLst>
              </p:cTn>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6560E7E-8784-367D-9099-C879E425C89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565" y="5049256"/>
            <a:ext cx="7073900" cy="838200"/>
          </a:xfrm>
          <a:prstGeom prst="rect">
            <a:avLst/>
          </a:prstGeom>
        </p:spPr>
      </p:pic>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5" y="936101"/>
            <a:ext cx="6858343" cy="132132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r>
              <a:rPr lang="en-US" sz="2800" dirty="0">
                <a:solidFill>
                  <a:schemeClr val="tx1"/>
                </a:solidFill>
                <a:latin typeface="Arial" pitchFamily="34" charset="0"/>
                <a:cs typeface="Arial" pitchFamily="34" charset="0"/>
              </a:rPr>
              <a:t>We can apply the formula for the area of a rectangle to find the area of each face.</a:t>
            </a:r>
            <a:endParaRPr lang="en-IN" sz="2800" dirty="0">
              <a:solidFill>
                <a:schemeClr val="tx1"/>
              </a:solidFill>
              <a:latin typeface="Arial" pitchFamily="34" charset="0"/>
              <a:cs typeface="Arial" pitchFamily="34" charset="0"/>
            </a:endParaRPr>
          </a:p>
        </p:txBody>
      </p:sp>
      <p:sp>
        <p:nvSpPr>
          <p:cNvPr id="4" name="Rectangle 3"/>
          <p:cNvSpPr/>
          <p:nvPr/>
        </p:nvSpPr>
        <p:spPr>
          <a:xfrm>
            <a:off x="622253" y="5887456"/>
            <a:ext cx="10982082" cy="492443"/>
          </a:xfrm>
          <a:prstGeom prst="rect">
            <a:avLst/>
          </a:prstGeom>
        </p:spPr>
        <p:txBody>
          <a:bodyPr wrap="square">
            <a:spAutoFit/>
          </a:bodyPr>
          <a:lstStyle/>
          <a:p>
            <a:r>
              <a:rPr lang="en-US" sz="2600" dirty="0">
                <a:solidFill>
                  <a:schemeClr val="tx1">
                    <a:lumMod val="65000"/>
                    <a:lumOff val="35000"/>
                  </a:schemeClr>
                </a:solidFill>
                <a:latin typeface="Arial" pitchFamily="34" charset="0"/>
                <a:cs typeface="Arial" pitchFamily="34" charset="0"/>
              </a:rPr>
              <a:t>How can generalizing be helpful in solving this problem?​</a:t>
            </a:r>
            <a:endParaRPr lang="en-IN" sz="2600" dirty="0">
              <a:solidFill>
                <a:schemeClr val="tx1">
                  <a:lumMod val="65000"/>
                  <a:lumOff val="35000"/>
                </a:schemeClr>
              </a:solidFill>
              <a:latin typeface="Arial" pitchFamily="34" charset="0"/>
              <a:cs typeface="Arial" pitchFamily="34" charset="0"/>
            </a:endParaRPr>
          </a:p>
        </p:txBody>
      </p:sp>
      <p:sp>
        <p:nvSpPr>
          <p:cNvPr id="5" name="Rectangle 4"/>
          <p:cNvSpPr/>
          <p:nvPr/>
        </p:nvSpPr>
        <p:spPr>
          <a:xfrm>
            <a:off x="3105033" y="5221226"/>
            <a:ext cx="5429469" cy="523220"/>
          </a:xfrm>
          <a:prstGeom prst="rect">
            <a:avLst/>
          </a:prstGeom>
        </p:spPr>
        <p:txBody>
          <a:bodyPr wrap="square">
            <a:spAutoFit/>
          </a:bodyPr>
          <a:lstStyle/>
          <a:p>
            <a:r>
              <a:rPr lang="en-IN" sz="2800" dirty="0">
                <a:latin typeface="Arial" pitchFamily="34" charset="0"/>
                <a:cs typeface="Arial" pitchFamily="34" charset="0"/>
              </a:rPr>
              <a:t>Using Structure</a:t>
            </a:r>
            <a:r>
              <a:rPr lang="en-IN" dirty="0"/>
              <a:t>​ </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9156" y="1596763"/>
            <a:ext cx="4638675" cy="4295775"/>
          </a:xfrm>
          <a:prstGeom prst="rect">
            <a:avLst/>
          </a:prstGeom>
        </p:spPr>
      </p:pic>
      <p:sp>
        <p:nvSpPr>
          <p:cNvPr id="11"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2982248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6000" y="936000"/>
            <a:ext cx="5404183" cy="51458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solidFill>
                <a:latin typeface="Arial" panose="020B0604020202020204" pitchFamily="34" charset="0"/>
                <a:cs typeface="Arial" panose="020B0604020202020204" pitchFamily="34" charset="0"/>
              </a:rPr>
              <a:t>What</a:t>
            </a:r>
            <a:r>
              <a:rPr lang="en-US" sz="2800" b="1" dirty="0">
                <a:solidFill>
                  <a:schemeClr val="tx1">
                    <a:lumMod val="85000"/>
                    <a:lumOff val="15000"/>
                  </a:schemeClr>
                </a:solidFill>
                <a:latin typeface="Arial" panose="020B0604020202020204" pitchFamily="34" charset="0"/>
                <a:cs typeface="Arial" panose="020B0604020202020204" pitchFamily="34" charset="0"/>
              </a:rPr>
              <a:t> </a:t>
            </a:r>
            <a:r>
              <a:rPr lang="en-US" sz="2800" b="1" dirty="0">
                <a:solidFill>
                  <a:schemeClr val="tx1"/>
                </a:solidFill>
                <a:latin typeface="Arial" panose="020B0604020202020204" pitchFamily="34" charset="0"/>
                <a:cs typeface="Arial" panose="020B0604020202020204" pitchFamily="34" charset="0"/>
              </a:rPr>
              <a:t>is the area of each face?</a:t>
            </a:r>
          </a:p>
        </p:txBody>
      </p:sp>
      <p:sp>
        <p:nvSpPr>
          <p:cNvPr id="7" name="Title 1">
            <a:extLst>
              <a:ext uri="{FF2B5EF4-FFF2-40B4-BE49-F238E27FC236}">
                <a16:creationId xmlns:a16="http://schemas.microsoft.com/office/drawing/2014/main" id="{12E83F94-9935-BEB0-5E7D-65B91EE9D625}"/>
              </a:ext>
            </a:extLst>
          </p:cNvPr>
          <p:cNvSpPr txBox="1">
            <a:spLocks/>
          </p:cNvSpPr>
          <p:nvPr/>
        </p:nvSpPr>
        <p:spPr>
          <a:xfrm>
            <a:off x="484565" y="316034"/>
            <a:ext cx="5382835"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82DA0"/>
                </a:solidFill>
                <a:latin typeface="Arial"/>
                <a:cs typeface="Arial"/>
              </a:rPr>
              <a:t>    Collaborate and Connect</a:t>
            </a:r>
          </a:p>
        </p:txBody>
      </p:sp>
      <p:pic>
        <p:nvPicPr>
          <p:cNvPr id="3" name="Graphic 2">
            <a:extLst>
              <a:ext uri="{FF2B5EF4-FFF2-40B4-BE49-F238E27FC236}">
                <a16:creationId xmlns:a16="http://schemas.microsoft.com/office/drawing/2014/main" id="{B6DAAAB8-31BC-D694-8CE5-28266A2828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3714" y="414982"/>
            <a:ext cx="353635" cy="340537"/>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9156" y="1596763"/>
            <a:ext cx="4638675" cy="4295775"/>
          </a:xfrm>
          <a:prstGeom prst="rect">
            <a:avLst/>
          </a:prstGeom>
        </p:spPr>
      </p:pic>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47</a:t>
            </a:r>
          </a:p>
        </p:txBody>
      </p:sp>
      <p:sp>
        <p:nvSpPr>
          <p:cNvPr id="1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17" name="TEACH-embedded-student-prompt" descr="Student thinking and response directions"/>
          <p:cNvSpPr txBox="1"/>
          <p:nvPr/>
        </p:nvSpPr>
        <p:spPr>
          <a:xfrm>
            <a:off x="59436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a:t>
            </a:r>
            <a:endParaRPr lang="en-US" sz="2000"/>
          </a:p>
          <a:p>
            <a:pPr>
              <a:lnSpc>
                <a:spcPts val="2400"/>
              </a:lnSpc>
              <a:buNone/>
            </a:pPr>
            <a:r>
              <a:rPr lang="en-US" sz="2000">
                <a:solidFill>
                  <a:srgbClr val="174D60"/>
                </a:solidFill>
                <a:latin typeface="Arial"/>
              </a:rPr>
              <a:t>Switch roles; both revise.</a:t>
            </a:r>
            <a:endParaRPr lang="en-US" sz="2000"/>
          </a:p>
        </p:txBody>
      </p:sp>
    </p:spTree>
    <p:extLst>
      <p:ext uri="{BB962C8B-B14F-4D97-AF65-F5344CB8AC3E}">
        <p14:creationId xmlns:p14="http://schemas.microsoft.com/office/powerpoint/2010/main" val="3371033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9156" y="1596763"/>
            <a:ext cx="4638675" cy="4295775"/>
          </a:xfrm>
          <a:prstGeom prst="rect">
            <a:avLst/>
          </a:prstGeom>
        </p:spPr>
      </p:pic>
      <p:sp>
        <p:nvSpPr>
          <p:cNvPr id="12" name="Rectangle 11"/>
          <p:cNvSpPr/>
          <p:nvPr/>
        </p:nvSpPr>
        <p:spPr>
          <a:xfrm>
            <a:off x="486000" y="842856"/>
            <a:ext cx="3180679" cy="523220"/>
          </a:xfrm>
          <a:prstGeom prst="rect">
            <a:avLst/>
          </a:prstGeom>
        </p:spPr>
        <p:txBody>
          <a:bodyPr wrap="square">
            <a:spAutoFit/>
          </a:bodyPr>
          <a:lstStyle/>
          <a:p>
            <a:r>
              <a:rPr lang="en-IN" sz="2800" dirty="0">
                <a:latin typeface="Arial" panose="020B0604020202020204" pitchFamily="34" charset="0"/>
                <a:cs typeface="Arial" panose="020B0604020202020204" pitchFamily="34" charset="0"/>
              </a:rPr>
              <a:t>Areas of the faces:</a:t>
            </a:r>
          </a:p>
        </p:txBody>
      </p:sp>
      <mc:AlternateContent xmlns:mc="http://schemas.openxmlformats.org/markup-compatibility/2006" xmlns:a14="http://schemas.microsoft.com/office/drawing/2010/main">
        <mc:Choice Requires="a14">
          <p:sp>
            <p:nvSpPr>
              <p:cNvPr id="13" name="Rectangle 12"/>
              <p:cNvSpPr/>
              <p:nvPr/>
            </p:nvSpPr>
            <p:spPr>
              <a:xfrm>
                <a:off x="486000" y="1414631"/>
                <a:ext cx="6594591" cy="2124684"/>
              </a:xfrm>
              <a:prstGeom prst="rect">
                <a:avLst/>
              </a:prstGeom>
            </p:spPr>
            <p:txBody>
              <a:bodyPr wrap="square">
                <a:spAutoFit/>
              </a:bodyPr>
              <a:lstStyle/>
              <a:p>
                <a:pPr>
                  <a:spcBef>
                    <a:spcPts val="1500"/>
                  </a:spcBef>
                </a:pPr>
                <a:r>
                  <a:rPr lang="en-US" sz="2800" dirty="0">
                    <a:latin typeface="Arial" pitchFamily="34" charset="0"/>
                    <a:cs typeface="Arial" pitchFamily="34" charset="0"/>
                  </a:rPr>
                  <a:t>front and back: </a:t>
                </a:r>
                <a14:m>
                  <m:oMath xmlns:m="http://schemas.openxmlformats.org/officeDocument/2006/math">
                    <m:r>
                      <a:rPr lang="en-US" sz="2800" i="1" dirty="0" smtClean="0">
                        <a:latin typeface="Cambria Math" panose="02040503050406030204" pitchFamily="18" charset="0"/>
                        <a:cs typeface="Arial" pitchFamily="34" charset="0"/>
                      </a:rPr>
                      <m:t>𝐴</m:t>
                    </m:r>
                    <m:r>
                      <a:rPr lang="en-US" sz="2800" i="1" dirty="0" smtClean="0">
                        <a:latin typeface="Cambria Math" panose="02040503050406030204" pitchFamily="18" charset="0"/>
                        <a:cs typeface="Arial" pitchFamily="34" charset="0"/>
                      </a:rPr>
                      <m:t>=3</m:t>
                    </m:r>
                    <m:f>
                      <m:fPr>
                        <m:ctrlPr>
                          <a:rPr lang="en-US" sz="280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1</m:t>
                        </m:r>
                      </m:num>
                      <m:den>
                        <m:r>
                          <a:rPr lang="en-US" sz="2800" b="0" i="1" dirty="0" smtClean="0">
                            <a:latin typeface="Cambria Math" panose="02040503050406030204" pitchFamily="18" charset="0"/>
                            <a:cs typeface="Arial" pitchFamily="34" charset="0"/>
                          </a:rPr>
                          <m:t>2</m:t>
                        </m:r>
                      </m:den>
                    </m:f>
                    <m:r>
                      <a:rPr lang="en-US" sz="2800" i="1" dirty="0" smtClean="0">
                        <a:latin typeface="Cambria Math" panose="02040503050406030204" pitchFamily="18" charset="0"/>
                        <a:ea typeface="Cambria Math" panose="02040503050406030204" pitchFamily="18" charset="0"/>
                        <a:cs typeface="Arial" pitchFamily="34" charset="0"/>
                      </a:rPr>
                      <m:t>×</m:t>
                    </m:r>
                    <m:r>
                      <a:rPr lang="en-US" sz="2800" b="0" i="1" dirty="0" smtClean="0">
                        <a:latin typeface="Cambria Math" panose="02040503050406030204" pitchFamily="18" charset="0"/>
                        <a:cs typeface="Arial" pitchFamily="34" charset="0"/>
                      </a:rPr>
                      <m:t>2=7 </m:t>
                    </m:r>
                    <m:sSup>
                      <m:sSupPr>
                        <m:ctrlPr>
                          <a:rPr lang="en-US" sz="2800" b="0" i="1" dirty="0" smtClean="0">
                            <a:latin typeface="Cambria Math" panose="02040503050406030204" pitchFamily="18" charset="0"/>
                            <a:cs typeface="Arial" pitchFamily="34" charset="0"/>
                          </a:rPr>
                        </m:ctrlPr>
                      </m:sSupPr>
                      <m:e>
                        <m:r>
                          <m:rPr>
                            <m:sty m:val="p"/>
                          </m:rPr>
                          <a:rPr lang="en-US" sz="2800" b="0" i="0" dirty="0" smtClean="0">
                            <a:latin typeface="Cambria Math" panose="02040503050406030204" pitchFamily="18" charset="0"/>
                            <a:cs typeface="Arial" pitchFamily="34" charset="0"/>
                          </a:rPr>
                          <m:t>ft</m:t>
                        </m:r>
                      </m:e>
                      <m:sup>
                        <m:r>
                          <a:rPr lang="en-US" sz="2800" b="0" i="1" dirty="0" smtClean="0">
                            <a:latin typeface="Cambria Math" panose="02040503050406030204" pitchFamily="18" charset="0"/>
                            <a:cs typeface="Arial" pitchFamily="34" charset="0"/>
                          </a:rPr>
                          <m:t>2</m:t>
                        </m:r>
                      </m:sup>
                    </m:sSup>
                  </m:oMath>
                </a14:m>
                <a:r>
                  <a:rPr lang="en-US" sz="2800" dirty="0">
                    <a:latin typeface="Arial" pitchFamily="34" charset="0"/>
                    <a:cs typeface="Arial" pitchFamily="34" charset="0"/>
                  </a:rPr>
                  <a:t>each</a:t>
                </a:r>
              </a:p>
              <a:p>
                <a:pPr>
                  <a:spcBef>
                    <a:spcPts val="1500"/>
                  </a:spcBef>
                </a:pPr>
                <a:r>
                  <a:rPr lang="en-US" sz="2800" dirty="0">
                    <a:latin typeface="Arial" pitchFamily="34" charset="0"/>
                    <a:cs typeface="Arial" pitchFamily="34" charset="0"/>
                  </a:rPr>
                  <a:t>top and bottom: </a:t>
                </a:r>
                <a14:m>
                  <m:oMath xmlns:m="http://schemas.openxmlformats.org/officeDocument/2006/math">
                    <m:r>
                      <a:rPr lang="en-US" sz="2800" i="1" dirty="0">
                        <a:latin typeface="Cambria Math" panose="02040503050406030204" pitchFamily="18" charset="0"/>
                        <a:cs typeface="Arial" pitchFamily="34" charset="0"/>
                      </a:rPr>
                      <m:t>𝐴</m:t>
                    </m:r>
                    <m:r>
                      <a:rPr lang="en-US" sz="2800" i="1" dirty="0">
                        <a:latin typeface="Cambria Math" panose="02040503050406030204" pitchFamily="18" charset="0"/>
                        <a:cs typeface="Arial" pitchFamily="34" charset="0"/>
                      </a:rPr>
                      <m:t>=5×2=10 </m:t>
                    </m:r>
                    <m:sSup>
                      <m:sSupPr>
                        <m:ctrlPr>
                          <a:rPr lang="en-US" sz="2800" i="1" dirty="0">
                            <a:latin typeface="Cambria Math" panose="02040503050406030204" pitchFamily="18" charset="0"/>
                            <a:cs typeface="Arial" pitchFamily="34" charset="0"/>
                          </a:rPr>
                        </m:ctrlPr>
                      </m:sSupPr>
                      <m:e>
                        <m:r>
                          <m:rPr>
                            <m:sty m:val="p"/>
                          </m:rPr>
                          <a:rPr lang="en-US" sz="2800" dirty="0">
                            <a:latin typeface="Cambria Math" panose="02040503050406030204" pitchFamily="18" charset="0"/>
                            <a:cs typeface="Arial" pitchFamily="34" charset="0"/>
                          </a:rPr>
                          <m:t>ft</m:t>
                        </m:r>
                      </m:e>
                      <m:sup>
                        <m:r>
                          <a:rPr lang="en-US" sz="2800" i="1" dirty="0">
                            <a:latin typeface="Cambria Math" panose="02040503050406030204" pitchFamily="18" charset="0"/>
                            <a:cs typeface="Arial" pitchFamily="34" charset="0"/>
                          </a:rPr>
                          <m:t>2</m:t>
                        </m:r>
                      </m:sup>
                    </m:sSup>
                    <m:r>
                      <a:rPr lang="en-US" sz="2800" i="1" dirty="0">
                        <a:latin typeface="Cambria Math"/>
                        <a:cs typeface="Arial" pitchFamily="34" charset="0"/>
                      </a:rPr>
                      <m:t> </m:t>
                    </m:r>
                  </m:oMath>
                </a14:m>
                <a:r>
                  <a:rPr lang="en-US" sz="2800" dirty="0">
                    <a:latin typeface="Arial" pitchFamily="34" charset="0"/>
                    <a:cs typeface="Arial" pitchFamily="34" charset="0"/>
                  </a:rPr>
                  <a:t>each</a:t>
                </a:r>
              </a:p>
              <a:p>
                <a:pPr>
                  <a:spcBef>
                    <a:spcPts val="1500"/>
                  </a:spcBef>
                </a:pPr>
                <a:r>
                  <a:rPr lang="en-US" sz="2800" dirty="0">
                    <a:latin typeface="Arial" pitchFamily="34" charset="0"/>
                    <a:cs typeface="Arial" pitchFamily="34" charset="0"/>
                  </a:rPr>
                  <a:t>right and left: </a:t>
                </a:r>
                <a14:m>
                  <m:oMath xmlns:m="http://schemas.openxmlformats.org/officeDocument/2006/math">
                    <m:r>
                      <a:rPr lang="en-US" sz="2800" i="1" dirty="0">
                        <a:latin typeface="Cambria Math" panose="02040503050406030204" pitchFamily="18" charset="0"/>
                        <a:cs typeface="Arial" pitchFamily="34" charset="0"/>
                      </a:rPr>
                      <m:t>𝐴</m:t>
                    </m:r>
                    <m:r>
                      <a:rPr lang="en-US" sz="2800" i="1" dirty="0">
                        <a:latin typeface="Cambria Math" panose="02040503050406030204" pitchFamily="18" charset="0"/>
                        <a:cs typeface="Arial" pitchFamily="34" charset="0"/>
                      </a:rPr>
                      <m:t>=5×3</m:t>
                    </m:r>
                    <m:f>
                      <m:fPr>
                        <m:ctrlPr>
                          <a:rPr lang="en-US" sz="2800" i="1" dirty="0">
                            <a:latin typeface="Cambria Math" panose="02040503050406030204" pitchFamily="18" charset="0"/>
                            <a:cs typeface="Arial" pitchFamily="34" charset="0"/>
                          </a:rPr>
                        </m:ctrlPr>
                      </m:fPr>
                      <m:num>
                        <m:r>
                          <a:rPr lang="en-US" sz="2800" i="1" dirty="0">
                            <a:latin typeface="Cambria Math" panose="02040503050406030204" pitchFamily="18" charset="0"/>
                            <a:cs typeface="Arial" pitchFamily="34" charset="0"/>
                          </a:rPr>
                          <m:t>1</m:t>
                        </m:r>
                      </m:num>
                      <m:den>
                        <m:r>
                          <a:rPr lang="en-US" sz="2800" i="1" dirty="0">
                            <a:latin typeface="Cambria Math" panose="02040503050406030204" pitchFamily="18" charset="0"/>
                            <a:cs typeface="Arial" pitchFamily="34" charset="0"/>
                          </a:rPr>
                          <m:t>2</m:t>
                        </m:r>
                      </m:den>
                    </m:f>
                    <m:r>
                      <a:rPr lang="en-US" sz="2800" i="1" dirty="0">
                        <a:latin typeface="Cambria Math" panose="02040503050406030204" pitchFamily="18" charset="0"/>
                        <a:cs typeface="Arial" pitchFamily="34" charset="0"/>
                      </a:rPr>
                      <m:t>=</m:t>
                    </m:r>
                    <m:r>
                      <a:rPr lang="en-US" sz="2800" b="0" i="1" dirty="0" smtClean="0">
                        <a:latin typeface="Cambria Math" panose="02040503050406030204" pitchFamily="18" charset="0"/>
                        <a:cs typeface="Arial" pitchFamily="34" charset="0"/>
                      </a:rPr>
                      <m:t>1</m:t>
                    </m:r>
                    <m:r>
                      <a:rPr lang="en-US" sz="2800" i="1" dirty="0">
                        <a:latin typeface="Cambria Math" panose="02040503050406030204" pitchFamily="18" charset="0"/>
                        <a:cs typeface="Arial" pitchFamily="34" charset="0"/>
                      </a:rPr>
                      <m:t>7</m:t>
                    </m:r>
                    <m:f>
                      <m:fPr>
                        <m:ctrlPr>
                          <a:rPr lang="en-US" sz="280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1</m:t>
                        </m:r>
                      </m:num>
                      <m:den>
                        <m:r>
                          <a:rPr lang="en-US" sz="2800" b="0" i="1" dirty="0" smtClean="0">
                            <a:latin typeface="Cambria Math" panose="02040503050406030204" pitchFamily="18" charset="0"/>
                            <a:cs typeface="Arial" pitchFamily="34" charset="0"/>
                          </a:rPr>
                          <m:t>2</m:t>
                        </m:r>
                      </m:den>
                    </m:f>
                    <m:r>
                      <a:rPr lang="en-US" sz="2800" i="1" dirty="0">
                        <a:latin typeface="Cambria Math" panose="02040503050406030204" pitchFamily="18" charset="0"/>
                        <a:cs typeface="Arial" pitchFamily="34" charset="0"/>
                      </a:rPr>
                      <m:t> </m:t>
                    </m:r>
                    <m:sSup>
                      <m:sSupPr>
                        <m:ctrlPr>
                          <a:rPr lang="en-US" sz="2800" i="1" dirty="0">
                            <a:latin typeface="Cambria Math" panose="02040503050406030204" pitchFamily="18" charset="0"/>
                            <a:cs typeface="Arial" pitchFamily="34" charset="0"/>
                          </a:rPr>
                        </m:ctrlPr>
                      </m:sSupPr>
                      <m:e>
                        <m:r>
                          <m:rPr>
                            <m:sty m:val="p"/>
                          </m:rPr>
                          <a:rPr lang="en-US" sz="2800" dirty="0">
                            <a:latin typeface="Cambria Math" panose="02040503050406030204" pitchFamily="18" charset="0"/>
                            <a:cs typeface="Arial" pitchFamily="34" charset="0"/>
                          </a:rPr>
                          <m:t>ft</m:t>
                        </m:r>
                      </m:e>
                      <m:sup>
                        <m:r>
                          <a:rPr lang="en-US" sz="2800" i="1" dirty="0">
                            <a:latin typeface="Cambria Math" panose="02040503050406030204" pitchFamily="18" charset="0"/>
                            <a:cs typeface="Arial" pitchFamily="34" charset="0"/>
                          </a:rPr>
                          <m:t>2</m:t>
                        </m:r>
                      </m:sup>
                    </m:sSup>
                  </m:oMath>
                </a14:m>
                <a:r>
                  <a:rPr lang="en-US" sz="2800" dirty="0">
                    <a:latin typeface="Arial" pitchFamily="34" charset="0"/>
                    <a:cs typeface="Arial" pitchFamily="34" charset="0"/>
                  </a:rPr>
                  <a:t> each</a:t>
                </a:r>
                <a:endParaRPr lang="en-IN" sz="2800" dirty="0">
                  <a:latin typeface="Arial" pitchFamily="34" charset="0"/>
                  <a:cs typeface="Arial" pitchFamily="34" charset="0"/>
                </a:endParaRPr>
              </a:p>
            </p:txBody>
          </p:sp>
        </mc:Choice>
        <mc:Fallback xmlns="">
          <p:sp>
            <p:nvSpPr>
              <p:cNvPr id="19" name="Rectangle 12"/>
              <p:cNvSpPr>
                <a:spLocks noRot="1" noChangeAspect="1" noMove="1" noResize="1" noEditPoints="1" noAdjustHandles="1" noChangeArrowheads="1" noChangeShapeType="1" noTextEdit="1"/>
              </p:cNvSpPr>
              <p:nvPr/>
            </p:nvSpPr>
            <p:spPr>
              <a:xfrm>
                <a:off x="486000" y="1414631"/>
                <a:ext cx="6594591" cy="2124684"/>
              </a:xfrm>
              <a:prstGeom prst="rect">
                <a:avLst/>
              </a:prstGeom>
              <a:blipFill>
                <a:blip r:embed="rId3"/>
                <a:stretch>
                  <a:fillRect l="-1941" r="-647" b="-2292"/>
                </a:stretch>
              </a:blipFill>
            </p:spPr>
            <p:txBody>
              <a:bodyPr/>
              <a:lstStyle/>
              <a:p>
                <a:r>
                  <a:rPr lang="en-IN">
                    <a:noFill/>
                  </a:rPr>
                  <a:t> </a:t>
                </a:r>
              </a:p>
            </p:txBody>
          </p:sp>
        </mc:Fallback>
      </mc:AlternateContent>
      <p:sp>
        <p:nvSpPr>
          <p:cNvPr id="15" name="Rectangle 14"/>
          <p:cNvSpPr/>
          <p:nvPr/>
        </p:nvSpPr>
        <p:spPr>
          <a:xfrm>
            <a:off x="486000" y="3587870"/>
            <a:ext cx="6873498" cy="954107"/>
          </a:xfrm>
          <a:prstGeom prst="rect">
            <a:avLst/>
          </a:prstGeom>
        </p:spPr>
        <p:txBody>
          <a:bodyPr wrap="square">
            <a:spAutoFit/>
          </a:bodyPr>
          <a:lstStyle/>
          <a:p>
            <a:r>
              <a:rPr lang="en-US" sz="2800" b="1" dirty="0">
                <a:latin typeface="Arial" pitchFamily="34" charset="0"/>
                <a:cs typeface="Arial" pitchFamily="34" charset="0"/>
              </a:rPr>
              <a:t>How can you find the surface area of the rectangular prism?</a:t>
            </a:r>
            <a:endParaRPr lang="en-IN" sz="2800" b="1" dirty="0">
              <a:latin typeface="Arial" pitchFamily="34" charset="0"/>
              <a:cs typeface="Arial" pitchFamily="34" charset="0"/>
            </a:endParaRPr>
          </a:p>
        </p:txBody>
      </p:sp>
      <p:sp>
        <p:nvSpPr>
          <p:cNvPr id="16" name="Content Placeholder 2">
            <a:extLst>
              <a:ext uri="{FF2B5EF4-FFF2-40B4-BE49-F238E27FC236}">
                <a16:creationId xmlns:a16="http://schemas.microsoft.com/office/drawing/2014/main" id="{C684C4C7-115D-45EE-24A7-C655F41D0620}"/>
              </a:ext>
            </a:extLst>
          </p:cNvPr>
          <p:cNvSpPr txBox="1">
            <a:spLocks/>
          </p:cNvSpPr>
          <p:nvPr/>
        </p:nvSpPr>
        <p:spPr>
          <a:xfrm>
            <a:off x="484564" y="4541976"/>
            <a:ext cx="6525835" cy="1877873"/>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sp>
        <p:nvSpPr>
          <p:cNvPr id="18"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1970821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6000" y="842856"/>
            <a:ext cx="3180679" cy="523220"/>
          </a:xfrm>
          <a:prstGeom prst="rect">
            <a:avLst/>
          </a:prstGeom>
        </p:spPr>
        <p:txBody>
          <a:bodyPr wrap="square">
            <a:spAutoFit/>
          </a:bodyPr>
          <a:lstStyle/>
          <a:p>
            <a:r>
              <a:rPr lang="en-IN" sz="2800" dirty="0">
                <a:latin typeface="Arial" panose="020B0604020202020204" pitchFamily="34" charset="0"/>
                <a:cs typeface="Arial" panose="020B0604020202020204" pitchFamily="34" charset="0"/>
              </a:rPr>
              <a:t>Areas of the faces:</a:t>
            </a:r>
          </a:p>
        </p:txBody>
      </p:sp>
      <mc:AlternateContent xmlns:mc="http://schemas.openxmlformats.org/markup-compatibility/2006" xmlns:a14="http://schemas.microsoft.com/office/drawing/2010/main">
        <mc:Choice Requires="a14">
          <p:sp>
            <p:nvSpPr>
              <p:cNvPr id="7" name="Rectangle 6"/>
              <p:cNvSpPr/>
              <p:nvPr/>
            </p:nvSpPr>
            <p:spPr>
              <a:xfrm>
                <a:off x="486000" y="1414631"/>
                <a:ext cx="6594591" cy="2124684"/>
              </a:xfrm>
              <a:prstGeom prst="rect">
                <a:avLst/>
              </a:prstGeom>
            </p:spPr>
            <p:txBody>
              <a:bodyPr wrap="square">
                <a:spAutoFit/>
              </a:bodyPr>
              <a:lstStyle/>
              <a:p>
                <a:pPr>
                  <a:spcBef>
                    <a:spcPts val="1500"/>
                  </a:spcBef>
                </a:pPr>
                <a:r>
                  <a:rPr lang="en-US" sz="2800" dirty="0">
                    <a:latin typeface="Arial" pitchFamily="34" charset="0"/>
                    <a:cs typeface="Arial" pitchFamily="34" charset="0"/>
                  </a:rPr>
                  <a:t>front and back: </a:t>
                </a:r>
                <a14:m>
                  <m:oMath xmlns:m="http://schemas.openxmlformats.org/officeDocument/2006/math">
                    <m:r>
                      <a:rPr lang="en-US" sz="2800" i="1" dirty="0" smtClean="0">
                        <a:latin typeface="Cambria Math" panose="02040503050406030204" pitchFamily="18" charset="0"/>
                        <a:cs typeface="Arial" pitchFamily="34" charset="0"/>
                      </a:rPr>
                      <m:t>𝐴</m:t>
                    </m:r>
                    <m:r>
                      <a:rPr lang="en-US" sz="2800" i="1" dirty="0" smtClean="0">
                        <a:latin typeface="Cambria Math" panose="02040503050406030204" pitchFamily="18" charset="0"/>
                        <a:cs typeface="Arial" pitchFamily="34" charset="0"/>
                      </a:rPr>
                      <m:t>=3</m:t>
                    </m:r>
                    <m:f>
                      <m:fPr>
                        <m:ctrlPr>
                          <a:rPr lang="en-US" sz="280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1</m:t>
                        </m:r>
                      </m:num>
                      <m:den>
                        <m:r>
                          <a:rPr lang="en-US" sz="2800" b="0" i="1" dirty="0" smtClean="0">
                            <a:latin typeface="Cambria Math" panose="02040503050406030204" pitchFamily="18" charset="0"/>
                            <a:cs typeface="Arial" pitchFamily="34" charset="0"/>
                          </a:rPr>
                          <m:t>2</m:t>
                        </m:r>
                      </m:den>
                    </m:f>
                    <m:r>
                      <a:rPr lang="en-US" sz="2800" i="1" dirty="0" smtClean="0">
                        <a:latin typeface="Cambria Math" panose="02040503050406030204" pitchFamily="18" charset="0"/>
                        <a:ea typeface="Cambria Math" panose="02040503050406030204" pitchFamily="18" charset="0"/>
                        <a:cs typeface="Arial" pitchFamily="34" charset="0"/>
                      </a:rPr>
                      <m:t>×</m:t>
                    </m:r>
                    <m:r>
                      <a:rPr lang="en-US" sz="2800" b="0" i="1" dirty="0" smtClean="0">
                        <a:latin typeface="Cambria Math" panose="02040503050406030204" pitchFamily="18" charset="0"/>
                        <a:cs typeface="Arial" pitchFamily="34" charset="0"/>
                      </a:rPr>
                      <m:t>2=7 </m:t>
                    </m:r>
                    <m:sSup>
                      <m:sSupPr>
                        <m:ctrlPr>
                          <a:rPr lang="en-US" sz="2800" b="0" i="1" dirty="0" smtClean="0">
                            <a:latin typeface="Cambria Math" panose="02040503050406030204" pitchFamily="18" charset="0"/>
                            <a:cs typeface="Arial" pitchFamily="34" charset="0"/>
                          </a:rPr>
                        </m:ctrlPr>
                      </m:sSupPr>
                      <m:e>
                        <m:r>
                          <m:rPr>
                            <m:sty m:val="p"/>
                          </m:rPr>
                          <a:rPr lang="en-US" sz="2800" b="0" i="0" dirty="0" smtClean="0">
                            <a:latin typeface="Cambria Math" panose="02040503050406030204" pitchFamily="18" charset="0"/>
                            <a:cs typeface="Arial" pitchFamily="34" charset="0"/>
                          </a:rPr>
                          <m:t>ft</m:t>
                        </m:r>
                      </m:e>
                      <m:sup>
                        <m:r>
                          <a:rPr lang="en-US" sz="2800" b="0" i="1" dirty="0" smtClean="0">
                            <a:latin typeface="Cambria Math" panose="02040503050406030204" pitchFamily="18" charset="0"/>
                            <a:cs typeface="Arial" pitchFamily="34" charset="0"/>
                          </a:rPr>
                          <m:t>2</m:t>
                        </m:r>
                      </m:sup>
                    </m:sSup>
                  </m:oMath>
                </a14:m>
                <a:r>
                  <a:rPr lang="en-US" sz="2800" dirty="0">
                    <a:latin typeface="Arial" pitchFamily="34" charset="0"/>
                    <a:cs typeface="Arial" pitchFamily="34" charset="0"/>
                  </a:rPr>
                  <a:t>each</a:t>
                </a:r>
              </a:p>
              <a:p>
                <a:pPr>
                  <a:spcBef>
                    <a:spcPts val="1500"/>
                  </a:spcBef>
                </a:pPr>
                <a:r>
                  <a:rPr lang="en-US" sz="2800" dirty="0">
                    <a:latin typeface="Arial" pitchFamily="34" charset="0"/>
                    <a:cs typeface="Arial" pitchFamily="34" charset="0"/>
                  </a:rPr>
                  <a:t>top and bottom: </a:t>
                </a:r>
                <a14:m>
                  <m:oMath xmlns:m="http://schemas.openxmlformats.org/officeDocument/2006/math">
                    <m:r>
                      <a:rPr lang="en-US" sz="2800" i="1" dirty="0">
                        <a:latin typeface="Cambria Math" panose="02040503050406030204" pitchFamily="18" charset="0"/>
                        <a:cs typeface="Arial" pitchFamily="34" charset="0"/>
                      </a:rPr>
                      <m:t>𝐴</m:t>
                    </m:r>
                    <m:r>
                      <a:rPr lang="en-US" sz="2800" i="1" dirty="0">
                        <a:latin typeface="Cambria Math" panose="02040503050406030204" pitchFamily="18" charset="0"/>
                        <a:cs typeface="Arial" pitchFamily="34" charset="0"/>
                      </a:rPr>
                      <m:t>=5×2=10 </m:t>
                    </m:r>
                    <m:sSup>
                      <m:sSupPr>
                        <m:ctrlPr>
                          <a:rPr lang="en-US" sz="2800" i="1" dirty="0">
                            <a:latin typeface="Cambria Math" panose="02040503050406030204" pitchFamily="18" charset="0"/>
                            <a:cs typeface="Arial" pitchFamily="34" charset="0"/>
                          </a:rPr>
                        </m:ctrlPr>
                      </m:sSupPr>
                      <m:e>
                        <m:r>
                          <m:rPr>
                            <m:sty m:val="p"/>
                          </m:rPr>
                          <a:rPr lang="en-US" sz="2800" dirty="0">
                            <a:latin typeface="Cambria Math" panose="02040503050406030204" pitchFamily="18" charset="0"/>
                            <a:cs typeface="Arial" pitchFamily="34" charset="0"/>
                          </a:rPr>
                          <m:t>ft</m:t>
                        </m:r>
                      </m:e>
                      <m:sup>
                        <m:r>
                          <a:rPr lang="en-US" sz="2800" i="1" dirty="0">
                            <a:latin typeface="Cambria Math" panose="02040503050406030204" pitchFamily="18" charset="0"/>
                            <a:cs typeface="Arial" pitchFamily="34" charset="0"/>
                          </a:rPr>
                          <m:t>2</m:t>
                        </m:r>
                      </m:sup>
                    </m:sSup>
                    <m:r>
                      <a:rPr lang="en-US" sz="2800" i="1" dirty="0">
                        <a:latin typeface="Cambria Math"/>
                        <a:cs typeface="Arial" pitchFamily="34" charset="0"/>
                      </a:rPr>
                      <m:t> </m:t>
                    </m:r>
                  </m:oMath>
                </a14:m>
                <a:r>
                  <a:rPr lang="en-US" sz="2800" dirty="0">
                    <a:latin typeface="Arial" pitchFamily="34" charset="0"/>
                    <a:cs typeface="Arial" pitchFamily="34" charset="0"/>
                  </a:rPr>
                  <a:t>each</a:t>
                </a:r>
              </a:p>
              <a:p>
                <a:pPr>
                  <a:spcBef>
                    <a:spcPts val="1500"/>
                  </a:spcBef>
                </a:pPr>
                <a:r>
                  <a:rPr lang="en-US" sz="2800" dirty="0">
                    <a:latin typeface="Arial" pitchFamily="34" charset="0"/>
                    <a:cs typeface="Arial" pitchFamily="34" charset="0"/>
                  </a:rPr>
                  <a:t>right and left: </a:t>
                </a:r>
                <a14:m>
                  <m:oMath xmlns:m="http://schemas.openxmlformats.org/officeDocument/2006/math">
                    <m:r>
                      <a:rPr lang="en-US" sz="2800" i="1" dirty="0">
                        <a:latin typeface="Cambria Math" panose="02040503050406030204" pitchFamily="18" charset="0"/>
                        <a:cs typeface="Arial" pitchFamily="34" charset="0"/>
                      </a:rPr>
                      <m:t>𝐴</m:t>
                    </m:r>
                    <m:r>
                      <a:rPr lang="en-US" sz="2800" i="1" dirty="0">
                        <a:latin typeface="Cambria Math" panose="02040503050406030204" pitchFamily="18" charset="0"/>
                        <a:cs typeface="Arial" pitchFamily="34" charset="0"/>
                      </a:rPr>
                      <m:t>=5×3</m:t>
                    </m:r>
                    <m:f>
                      <m:fPr>
                        <m:ctrlPr>
                          <a:rPr lang="en-US" sz="2800" i="1" dirty="0">
                            <a:latin typeface="Cambria Math" panose="02040503050406030204" pitchFamily="18" charset="0"/>
                            <a:cs typeface="Arial" pitchFamily="34" charset="0"/>
                          </a:rPr>
                        </m:ctrlPr>
                      </m:fPr>
                      <m:num>
                        <m:r>
                          <a:rPr lang="en-US" sz="2800" i="1" dirty="0">
                            <a:latin typeface="Cambria Math" panose="02040503050406030204" pitchFamily="18" charset="0"/>
                            <a:cs typeface="Arial" pitchFamily="34" charset="0"/>
                          </a:rPr>
                          <m:t>1</m:t>
                        </m:r>
                      </m:num>
                      <m:den>
                        <m:r>
                          <a:rPr lang="en-US" sz="2800" i="1" dirty="0">
                            <a:latin typeface="Cambria Math" panose="02040503050406030204" pitchFamily="18" charset="0"/>
                            <a:cs typeface="Arial" pitchFamily="34" charset="0"/>
                          </a:rPr>
                          <m:t>2</m:t>
                        </m:r>
                      </m:den>
                    </m:f>
                    <m:r>
                      <a:rPr lang="en-US" sz="2800" i="1" dirty="0">
                        <a:latin typeface="Cambria Math" panose="02040503050406030204" pitchFamily="18" charset="0"/>
                        <a:cs typeface="Arial" pitchFamily="34" charset="0"/>
                      </a:rPr>
                      <m:t>=</m:t>
                    </m:r>
                    <m:r>
                      <a:rPr lang="en-US" sz="2800" b="0" i="1" dirty="0" smtClean="0">
                        <a:latin typeface="Cambria Math" panose="02040503050406030204" pitchFamily="18" charset="0"/>
                        <a:cs typeface="Arial" pitchFamily="34" charset="0"/>
                      </a:rPr>
                      <m:t>1</m:t>
                    </m:r>
                    <m:r>
                      <a:rPr lang="en-US" sz="2800" i="1" dirty="0">
                        <a:latin typeface="Cambria Math" panose="02040503050406030204" pitchFamily="18" charset="0"/>
                        <a:cs typeface="Arial" pitchFamily="34" charset="0"/>
                      </a:rPr>
                      <m:t>7</m:t>
                    </m:r>
                    <m:f>
                      <m:fPr>
                        <m:ctrlPr>
                          <a:rPr lang="en-US" sz="2800" i="1" dirty="0" smtClean="0">
                            <a:latin typeface="Cambria Math" panose="02040503050406030204" pitchFamily="18" charset="0"/>
                            <a:cs typeface="Arial" pitchFamily="34" charset="0"/>
                          </a:rPr>
                        </m:ctrlPr>
                      </m:fPr>
                      <m:num>
                        <m:r>
                          <a:rPr lang="en-US" sz="2800" b="0" i="1" dirty="0" smtClean="0">
                            <a:latin typeface="Cambria Math" panose="02040503050406030204" pitchFamily="18" charset="0"/>
                            <a:cs typeface="Arial" pitchFamily="34" charset="0"/>
                          </a:rPr>
                          <m:t>1</m:t>
                        </m:r>
                      </m:num>
                      <m:den>
                        <m:r>
                          <a:rPr lang="en-US" sz="2800" b="0" i="1" dirty="0" smtClean="0">
                            <a:latin typeface="Cambria Math" panose="02040503050406030204" pitchFamily="18" charset="0"/>
                            <a:cs typeface="Arial" pitchFamily="34" charset="0"/>
                          </a:rPr>
                          <m:t>2</m:t>
                        </m:r>
                      </m:den>
                    </m:f>
                    <m:r>
                      <a:rPr lang="en-US" sz="2800" i="1" dirty="0">
                        <a:latin typeface="Cambria Math" panose="02040503050406030204" pitchFamily="18" charset="0"/>
                        <a:cs typeface="Arial" pitchFamily="34" charset="0"/>
                      </a:rPr>
                      <m:t> </m:t>
                    </m:r>
                    <m:sSup>
                      <m:sSupPr>
                        <m:ctrlPr>
                          <a:rPr lang="en-US" sz="2800" i="1" dirty="0">
                            <a:latin typeface="Cambria Math" panose="02040503050406030204" pitchFamily="18" charset="0"/>
                            <a:cs typeface="Arial" pitchFamily="34" charset="0"/>
                          </a:rPr>
                        </m:ctrlPr>
                      </m:sSupPr>
                      <m:e>
                        <m:r>
                          <m:rPr>
                            <m:sty m:val="p"/>
                          </m:rPr>
                          <a:rPr lang="en-US" sz="2800" dirty="0">
                            <a:latin typeface="Cambria Math" panose="02040503050406030204" pitchFamily="18" charset="0"/>
                            <a:cs typeface="Arial" pitchFamily="34" charset="0"/>
                          </a:rPr>
                          <m:t>ft</m:t>
                        </m:r>
                      </m:e>
                      <m:sup>
                        <m:r>
                          <a:rPr lang="en-US" sz="2800" i="1" dirty="0">
                            <a:latin typeface="Cambria Math" panose="02040503050406030204" pitchFamily="18" charset="0"/>
                            <a:cs typeface="Arial" pitchFamily="34" charset="0"/>
                          </a:rPr>
                          <m:t>2</m:t>
                        </m:r>
                      </m:sup>
                    </m:sSup>
                  </m:oMath>
                </a14:m>
                <a:r>
                  <a:rPr lang="en-US" sz="2800" dirty="0">
                    <a:latin typeface="Arial" pitchFamily="34" charset="0"/>
                    <a:cs typeface="Arial" pitchFamily="34" charset="0"/>
                  </a:rPr>
                  <a:t> each</a:t>
                </a:r>
                <a:endParaRPr lang="en-IN" sz="2800" dirty="0">
                  <a:latin typeface="Arial" pitchFamily="34" charset="0"/>
                  <a:cs typeface="Arial" pitchFamily="34" charset="0"/>
                </a:endParaRPr>
              </a:p>
            </p:txBody>
          </p:sp>
        </mc:Choice>
        <mc:Fallback xmlns="">
          <p:sp>
            <p:nvSpPr>
              <p:cNvPr id="18" name="Rectangle 6"/>
              <p:cNvSpPr>
                <a:spLocks noRot="1" noChangeAspect="1" noMove="1" noResize="1" noEditPoints="1" noAdjustHandles="1" noChangeArrowheads="1" noChangeShapeType="1" noTextEdit="1"/>
              </p:cNvSpPr>
              <p:nvPr/>
            </p:nvSpPr>
            <p:spPr>
              <a:xfrm>
                <a:off x="486000" y="1414631"/>
                <a:ext cx="6594591" cy="2124684"/>
              </a:xfrm>
              <a:prstGeom prst="rect">
                <a:avLst/>
              </a:prstGeom>
              <a:blipFill>
                <a:blip r:embed="rId2"/>
                <a:stretch>
                  <a:fillRect l="-1941" r="-647" b="-2292"/>
                </a:stretch>
              </a:blipFill>
            </p:spPr>
            <p:txBody>
              <a:bodyPr/>
              <a:lstStyle/>
              <a:p>
                <a:r>
                  <a:rPr lang="en-IN">
                    <a:noFill/>
                  </a:rPr>
                  <a:t> </a:t>
                </a:r>
              </a:p>
            </p:txBody>
          </p:sp>
        </mc:Fallback>
      </mc:AlternateContent>
      <p:sp>
        <p:nvSpPr>
          <p:cNvPr id="8" name="Rectangle 7"/>
          <p:cNvSpPr/>
          <p:nvPr/>
        </p:nvSpPr>
        <p:spPr>
          <a:xfrm>
            <a:off x="486000" y="3587870"/>
            <a:ext cx="6873498" cy="954107"/>
          </a:xfrm>
          <a:prstGeom prst="rect">
            <a:avLst/>
          </a:prstGeom>
        </p:spPr>
        <p:txBody>
          <a:bodyPr wrap="square">
            <a:spAutoFit/>
          </a:bodyPr>
          <a:lstStyle/>
          <a:p>
            <a:r>
              <a:rPr lang="en-US" sz="2800" b="1" dirty="0">
                <a:latin typeface="Arial" pitchFamily="34" charset="0"/>
                <a:cs typeface="Arial" pitchFamily="34" charset="0"/>
              </a:rPr>
              <a:t>How can you find the surface area of the rectangular prism?</a:t>
            </a:r>
            <a:endParaRPr lang="en-IN" sz="2800" b="1" dirty="0">
              <a:latin typeface="Arial" pitchFamily="34" charset="0"/>
              <a:cs typeface="Arial" pitchFamily="34" charset="0"/>
            </a:endParaRPr>
          </a:p>
        </p:txBody>
      </p:sp>
      <p:sp>
        <p:nvSpPr>
          <p:cNvPr id="4" name="Content Placeholder 2">
            <a:extLst>
              <a:ext uri="{FF2B5EF4-FFF2-40B4-BE49-F238E27FC236}">
                <a16:creationId xmlns:a16="http://schemas.microsoft.com/office/drawing/2014/main" id="{C684C4C7-115D-45EE-24A7-C655F41D0620}"/>
              </a:ext>
            </a:extLst>
          </p:cNvPr>
          <p:cNvSpPr txBox="1">
            <a:spLocks/>
          </p:cNvSpPr>
          <p:nvPr/>
        </p:nvSpPr>
        <p:spPr>
          <a:xfrm>
            <a:off x="484564" y="4541976"/>
            <a:ext cx="6525835" cy="1877873"/>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We can add the areas of all the faces of the rectangular prism to find the surface area.</a:t>
            </a:r>
            <a:endParaRPr lang="en-IN" sz="2800" dirty="0">
              <a:solidFill>
                <a:schemeClr val="tx1">
                  <a:lumMod val="65000"/>
                  <a:lumOff val="35000"/>
                </a:schemeClr>
              </a:solidFill>
              <a:latin typeface="Arial" pitchFamily="34" charset="0"/>
              <a:cs typeface="Arial" pitchFamily="3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9156" y="1596763"/>
            <a:ext cx="4638675" cy="4295775"/>
          </a:xfrm>
          <a:prstGeom prst="rect">
            <a:avLst/>
          </a:prstGeom>
        </p:spPr>
      </p:pic>
      <p:sp>
        <p:nvSpPr>
          <p:cNvPr id="11"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p:nvSpPr>
          <p:cNvPr id="15" name="EWL-COVER-1"/>
          <p:cNvSpPr/>
          <p:nvPr/>
        </p:nvSpPr>
        <p:spPr>
          <a:xfrm>
            <a:off x="429700" y="4487112"/>
            <a:ext cx="6635563" cy="1959408"/>
          </a:xfrm>
          <a:prstGeom prst="rect">
            <a:avLst/>
          </a:prstGeom>
          <a:solidFill>
            <a:srgbClr val="FFFFFF"/>
          </a:solidFill>
          <a:ln>
            <a:noFill/>
          </a:ln>
        </p:spPr>
        <p:txBody>
          <a:bodyPr/>
          <a:lstStyle/>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47</a:t>
            </a:r>
          </a:p>
        </p:txBody>
      </p:sp>
      <p:sp xmlns:p="http://schemas.openxmlformats.org/presentationml/2006/main" xmlns:a="http://schemas.openxmlformats.org/drawingml/2006/main">
        <p:nvSpPr>
          <p:cNvPr id="17" name="TEACH-embedded-student-prompt" descr="Student thinking and response directions"/>
          <p:cNvSpPr txBox="1"/>
          <p:nvPr/>
        </p:nvSpPr>
        <p:spPr>
          <a:xfrm>
            <a:off x="594360" y="2670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extLst>
      <p:ext uri="{BB962C8B-B14F-4D97-AF65-F5344CB8AC3E}">
        <p14:creationId xmlns:p14="http://schemas.microsoft.com/office/powerpoint/2010/main" val="390731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5999" y="936000"/>
            <a:ext cx="7826727" cy="954107"/>
          </a:xfrm>
          <a:prstGeom prst="rect">
            <a:avLst/>
          </a:prstGeom>
        </p:spPr>
        <p:txBody>
          <a:bodyPr wrap="square">
            <a:spAutoFit/>
          </a:bodyPr>
          <a:lstStyle/>
          <a:p>
            <a:r>
              <a:rPr lang="en-US" sz="2800" dirty="0">
                <a:latin typeface="Arial" pitchFamily="34" charset="0"/>
                <a:cs typeface="Arial" pitchFamily="34" charset="0"/>
              </a:rPr>
              <a:t>Let’s add the area of the faces to find the surface area.</a:t>
            </a:r>
            <a:endParaRPr lang="en-IN" sz="28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7" name="Rectangle 6"/>
              <p:cNvSpPr/>
              <p:nvPr/>
            </p:nvSpPr>
            <p:spPr>
              <a:xfrm>
                <a:off x="486000" y="2080726"/>
                <a:ext cx="6497931" cy="1528239"/>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cs typeface="Arial" pitchFamily="34" charset="0"/>
                        </a:rPr>
                        <m:t>SA</m:t>
                      </m:r>
                      <m:r>
                        <a:rPr lang="en-US" sz="2800" b="0" i="0" smtClean="0">
                          <a:latin typeface="Cambria Math" panose="02040503050406030204" pitchFamily="18" charset="0"/>
                          <a:cs typeface="Arial" pitchFamily="34" charset="0"/>
                        </a:rPr>
                        <m:t>=2</m:t>
                      </m:r>
                      <m:d>
                        <m:dPr>
                          <m:ctrlPr>
                            <a:rPr lang="en-US" sz="2800" i="1" smtClean="0">
                              <a:latin typeface="Cambria Math" panose="02040503050406030204" pitchFamily="18" charset="0"/>
                              <a:cs typeface="Arial" pitchFamily="34" charset="0"/>
                            </a:rPr>
                          </m:ctrlPr>
                        </m:dPr>
                        <m:e>
                          <m:r>
                            <m:rPr>
                              <m:nor/>
                            </m:rPr>
                            <a:rPr lang="en-US" sz="2800" dirty="0">
                              <a:latin typeface="Arial" pitchFamily="34" charset="0"/>
                              <a:cs typeface="Arial" pitchFamily="34" charset="0"/>
                            </a:rPr>
                            <m:t>7</m:t>
                          </m:r>
                        </m:e>
                      </m:d>
                      <m:r>
                        <a:rPr lang="en-US" sz="2800" b="0" i="0" smtClean="0">
                          <a:latin typeface="Cambria Math" panose="02040503050406030204" pitchFamily="18" charset="0"/>
                          <a:cs typeface="Arial" pitchFamily="34" charset="0"/>
                        </a:rPr>
                        <m:t>+2</m:t>
                      </m:r>
                      <m:d>
                        <m:dPr>
                          <m:ctrlPr>
                            <a:rPr lang="en-US" sz="2800" i="1" smtClean="0">
                              <a:latin typeface="Cambria Math" panose="02040503050406030204" pitchFamily="18" charset="0"/>
                              <a:cs typeface="Arial" pitchFamily="34" charset="0"/>
                            </a:rPr>
                          </m:ctrlPr>
                        </m:dPr>
                        <m:e>
                          <m:r>
                            <m:rPr>
                              <m:nor/>
                            </m:rPr>
                            <a:rPr lang="en-US" sz="2800" dirty="0">
                              <a:latin typeface="Arial" pitchFamily="34" charset="0"/>
                              <a:cs typeface="Arial" pitchFamily="34" charset="0"/>
                            </a:rPr>
                            <m:t>10</m:t>
                          </m:r>
                        </m:e>
                      </m:d>
                      <m:r>
                        <a:rPr lang="en-US" sz="2800" b="0" i="1" dirty="0" smtClean="0">
                          <a:latin typeface="Cambria Math" panose="02040503050406030204" pitchFamily="18" charset="0"/>
                          <a:cs typeface="Arial" pitchFamily="34" charset="0"/>
                        </a:rPr>
                        <m:t>+2</m:t>
                      </m:r>
                      <m:d>
                        <m:dPr>
                          <m:ctrlPr>
                            <a:rPr lang="en-US" sz="2800" i="1" smtClean="0">
                              <a:latin typeface="Cambria Math" panose="02040503050406030204" pitchFamily="18" charset="0"/>
                              <a:cs typeface="Arial" pitchFamily="34" charset="0"/>
                            </a:rPr>
                          </m:ctrlPr>
                        </m:dPr>
                        <m:e>
                          <m:r>
                            <m:rPr>
                              <m:nor/>
                            </m:rPr>
                            <a:rPr lang="en-US" sz="2800" dirty="0">
                              <a:latin typeface="Arial" pitchFamily="34" charset="0"/>
                              <a:cs typeface="Arial" pitchFamily="34" charset="0"/>
                            </a:rPr>
                            <m:t>17</m:t>
                          </m:r>
                          <m:f>
                            <m:fPr>
                              <m:ctrlPr>
                                <a:rPr lang="en-US" sz="2800" i="1" dirty="0">
                                  <a:latin typeface="Cambria Math" panose="02040503050406030204" pitchFamily="18" charset="0"/>
                                  <a:cs typeface="Arial" pitchFamily="34" charset="0"/>
                                </a:rPr>
                              </m:ctrlPr>
                            </m:fPr>
                            <m:num>
                              <m:r>
                                <a:rPr lang="en-US" sz="2800" i="1" dirty="0">
                                  <a:latin typeface="Cambria Math"/>
                                  <a:cs typeface="Arial" pitchFamily="34" charset="0"/>
                                </a:rPr>
                                <m:t>1</m:t>
                              </m:r>
                            </m:num>
                            <m:den>
                              <m:r>
                                <a:rPr lang="en-US" sz="2800" i="1" dirty="0">
                                  <a:latin typeface="Cambria Math"/>
                                  <a:cs typeface="Arial" pitchFamily="34" charset="0"/>
                                </a:rPr>
                                <m:t>2</m:t>
                              </m:r>
                            </m:den>
                          </m:f>
                        </m:e>
                      </m:d>
                    </m:oMath>
                  </m:oMathPara>
                </a14:m>
                <a:endParaRPr lang="en-US" sz="2800" dirty="0">
                  <a:latin typeface="Arial" pitchFamily="34" charset="0"/>
                  <a:cs typeface="Arial" pitchFamily="34" charset="0"/>
                </a:endParaRPr>
              </a:p>
              <a:p>
                <a:pPr/>
                <a14:m>
                  <m:oMathPara xmlns:m="http://schemas.openxmlformats.org/officeDocument/2006/math">
                    <m:oMathParaPr>
                      <m:jc m:val="left"/>
                    </m:oMathParaPr>
                    <m:oMath xmlns:m="http://schemas.openxmlformats.org/officeDocument/2006/math">
                      <m:r>
                        <m:rPr>
                          <m:sty m:val="p"/>
                        </m:rPr>
                        <a:rPr lang="en-US" sz="2800">
                          <a:latin typeface="Cambria Math" panose="02040503050406030204" pitchFamily="18" charset="0"/>
                          <a:cs typeface="Arial" pitchFamily="34" charset="0"/>
                        </a:rPr>
                        <m:t>SA</m:t>
                      </m:r>
                      <m:r>
                        <a:rPr lang="en-US" sz="2800">
                          <a:latin typeface="Cambria Math" panose="02040503050406030204" pitchFamily="18" charset="0"/>
                          <a:cs typeface="Arial" pitchFamily="34" charset="0"/>
                        </a:rPr>
                        <m:t>=69 </m:t>
                      </m:r>
                      <m:sSup>
                        <m:sSupPr>
                          <m:ctrlPr>
                            <a:rPr lang="en-US" sz="2800" b="0" i="1" smtClean="0">
                              <a:latin typeface="Cambria Math" panose="02040503050406030204" pitchFamily="18" charset="0"/>
                              <a:cs typeface="Arial" pitchFamily="34" charset="0"/>
                            </a:rPr>
                          </m:ctrlPr>
                        </m:sSupPr>
                        <m:e>
                          <m:r>
                            <m:rPr>
                              <m:sty m:val="p"/>
                            </m:rPr>
                            <a:rPr lang="en-US" sz="2800" b="0" i="0" smtClean="0">
                              <a:latin typeface="Cambria Math" panose="02040503050406030204" pitchFamily="18" charset="0"/>
                              <a:cs typeface="Arial" pitchFamily="34" charset="0"/>
                            </a:rPr>
                            <m:t>ft</m:t>
                          </m:r>
                        </m:e>
                        <m:sup>
                          <m:r>
                            <a:rPr lang="en-US" sz="2800" b="0" i="1" smtClean="0">
                              <a:latin typeface="Cambria Math" panose="02040503050406030204" pitchFamily="18" charset="0"/>
                              <a:cs typeface="Arial" pitchFamily="34" charset="0"/>
                            </a:rPr>
                            <m:t>2</m:t>
                          </m:r>
                        </m:sup>
                      </m:sSup>
                    </m:oMath>
                  </m:oMathPara>
                </a14:m>
                <a:endParaRPr lang="en-IN" sz="2800" dirty="0">
                  <a:latin typeface="Arial" pitchFamily="34" charset="0"/>
                  <a:cs typeface="Arial" pitchFamily="34" charset="0"/>
                </a:endParaRPr>
              </a:p>
            </p:txBody>
          </p:sp>
        </mc:Choice>
        <mc:Fallback xmlns="">
          <p:sp>
            <p:nvSpPr>
              <p:cNvPr id="15" name="Rectangle 6"/>
              <p:cNvSpPr>
                <a:spLocks noRot="1" noChangeAspect="1" noMove="1" noResize="1" noEditPoints="1" noAdjustHandles="1" noChangeArrowheads="1" noChangeShapeType="1" noTextEdit="1"/>
              </p:cNvSpPr>
              <p:nvPr/>
            </p:nvSpPr>
            <p:spPr>
              <a:xfrm>
                <a:off x="486000" y="2080726"/>
                <a:ext cx="6497931" cy="1528239"/>
              </a:xfrm>
              <a:prstGeom prst="rect">
                <a:avLst/>
              </a:prstGeom>
              <a:blipFill rotWithShape="1">
                <a:blip r:embed="rId3"/>
                <a:stretch>
                  <a:fillRect/>
                </a:stretch>
              </a:blipFill>
            </p:spPr>
            <p:txBody>
              <a:bodyPr/>
              <a:lstStyle/>
              <a:p>
                <a:r>
                  <a:rPr lang="en-IN">
                    <a:noFill/>
                  </a:rPr>
                  <a:t> </a:t>
                </a:r>
              </a:p>
            </p:txBody>
          </p:sp>
        </mc:Fallback>
      </mc:AlternateContent>
      <p:sp>
        <p:nvSpPr>
          <p:cNvPr id="8" name="Rectangle 7"/>
          <p:cNvSpPr/>
          <p:nvPr/>
        </p:nvSpPr>
        <p:spPr>
          <a:xfrm>
            <a:off x="493349" y="3853183"/>
            <a:ext cx="8498251" cy="1384995"/>
          </a:xfrm>
          <a:prstGeom prst="rect">
            <a:avLst/>
          </a:prstGeom>
        </p:spPr>
        <p:txBody>
          <a:bodyPr wrap="square">
            <a:spAutoFit/>
          </a:bodyPr>
          <a:lstStyle/>
          <a:p>
            <a:r>
              <a:rPr lang="en-US" sz="2800" b="1" dirty="0">
                <a:latin typeface="Arial" pitchFamily="34" charset="0"/>
                <a:cs typeface="Arial" pitchFamily="34" charset="0"/>
              </a:rPr>
              <a:t>One can of stain covers about 35 square feet. How can you determine how many cans of stain James will need?</a:t>
            </a:r>
            <a:endParaRPr lang="en-IN" sz="2800" b="1" dirty="0">
              <a:latin typeface="Arial" pitchFamily="34" charset="0"/>
              <a:cs typeface="Arial" pitchFamily="34" charset="0"/>
            </a:endParaRPr>
          </a:p>
        </p:txBody>
      </p:sp>
      <p:sp>
        <p:nvSpPr>
          <p:cNvPr id="10" name="Content Placeholder 2">
            <a:extLst>
              <a:ext uri="{FF2B5EF4-FFF2-40B4-BE49-F238E27FC236}">
                <a16:creationId xmlns:a16="http://schemas.microsoft.com/office/drawing/2014/main" id="{1688B19B-BA3C-7A74-37BA-7BD940263632}"/>
              </a:ext>
            </a:extLst>
          </p:cNvPr>
          <p:cNvSpPr txBox="1">
            <a:spLocks/>
          </p:cNvSpPr>
          <p:nvPr/>
        </p:nvSpPr>
        <p:spPr>
          <a:xfrm>
            <a:off x="493348" y="5238178"/>
            <a:ext cx="10936651" cy="115309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12"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3694990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5999" y="936000"/>
            <a:ext cx="7826727" cy="954107"/>
          </a:xfrm>
          <a:prstGeom prst="rect">
            <a:avLst/>
          </a:prstGeom>
        </p:spPr>
        <p:txBody>
          <a:bodyPr wrap="square">
            <a:spAutoFit/>
          </a:bodyPr>
          <a:lstStyle/>
          <a:p>
            <a:r>
              <a:rPr lang="en-US" sz="2800" dirty="0">
                <a:latin typeface="Arial" pitchFamily="34" charset="0"/>
                <a:cs typeface="Arial" pitchFamily="34" charset="0"/>
              </a:rPr>
              <a:t>Let’s add the area of the faces to find the surface area.</a:t>
            </a:r>
            <a:endParaRPr lang="en-IN" sz="28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7" name="Rectangle 6"/>
              <p:cNvSpPr/>
              <p:nvPr/>
            </p:nvSpPr>
            <p:spPr>
              <a:xfrm>
                <a:off x="486000" y="2080726"/>
                <a:ext cx="6497931" cy="1528239"/>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cs typeface="Arial" pitchFamily="34" charset="0"/>
                        </a:rPr>
                        <m:t>SA</m:t>
                      </m:r>
                      <m:r>
                        <a:rPr lang="en-US" sz="2800" b="0" i="0" smtClean="0">
                          <a:latin typeface="Cambria Math" panose="02040503050406030204" pitchFamily="18" charset="0"/>
                          <a:cs typeface="Arial" pitchFamily="34" charset="0"/>
                        </a:rPr>
                        <m:t>=2</m:t>
                      </m:r>
                      <m:d>
                        <m:dPr>
                          <m:ctrlPr>
                            <a:rPr lang="en-US" sz="2800" i="1" smtClean="0">
                              <a:latin typeface="Cambria Math" panose="02040503050406030204" pitchFamily="18" charset="0"/>
                              <a:cs typeface="Arial" pitchFamily="34" charset="0"/>
                            </a:rPr>
                          </m:ctrlPr>
                        </m:dPr>
                        <m:e>
                          <m:r>
                            <m:rPr>
                              <m:nor/>
                            </m:rPr>
                            <a:rPr lang="en-US" sz="2800" dirty="0">
                              <a:latin typeface="Arial" pitchFamily="34" charset="0"/>
                              <a:cs typeface="Arial" pitchFamily="34" charset="0"/>
                            </a:rPr>
                            <m:t>7</m:t>
                          </m:r>
                        </m:e>
                      </m:d>
                      <m:r>
                        <a:rPr lang="en-US" sz="2800" b="0" i="0" smtClean="0">
                          <a:latin typeface="Cambria Math" panose="02040503050406030204" pitchFamily="18" charset="0"/>
                          <a:cs typeface="Arial" pitchFamily="34" charset="0"/>
                        </a:rPr>
                        <m:t>+2</m:t>
                      </m:r>
                      <m:d>
                        <m:dPr>
                          <m:ctrlPr>
                            <a:rPr lang="en-US" sz="2800" i="1" smtClean="0">
                              <a:latin typeface="Cambria Math" panose="02040503050406030204" pitchFamily="18" charset="0"/>
                              <a:cs typeface="Arial" pitchFamily="34" charset="0"/>
                            </a:rPr>
                          </m:ctrlPr>
                        </m:dPr>
                        <m:e>
                          <m:r>
                            <m:rPr>
                              <m:nor/>
                            </m:rPr>
                            <a:rPr lang="en-US" sz="2800" dirty="0">
                              <a:latin typeface="Arial" pitchFamily="34" charset="0"/>
                              <a:cs typeface="Arial" pitchFamily="34" charset="0"/>
                            </a:rPr>
                            <m:t>10</m:t>
                          </m:r>
                        </m:e>
                      </m:d>
                      <m:r>
                        <a:rPr lang="en-US" sz="2800" b="0" i="1" dirty="0" smtClean="0">
                          <a:latin typeface="Cambria Math" panose="02040503050406030204" pitchFamily="18" charset="0"/>
                          <a:cs typeface="Arial" pitchFamily="34" charset="0"/>
                        </a:rPr>
                        <m:t>+2</m:t>
                      </m:r>
                      <m:d>
                        <m:dPr>
                          <m:ctrlPr>
                            <a:rPr lang="en-US" sz="2800" i="1" smtClean="0">
                              <a:latin typeface="Cambria Math" panose="02040503050406030204" pitchFamily="18" charset="0"/>
                              <a:cs typeface="Arial" pitchFamily="34" charset="0"/>
                            </a:rPr>
                          </m:ctrlPr>
                        </m:dPr>
                        <m:e>
                          <m:r>
                            <m:rPr>
                              <m:nor/>
                            </m:rPr>
                            <a:rPr lang="en-US" sz="2800" dirty="0">
                              <a:latin typeface="Arial" pitchFamily="34" charset="0"/>
                              <a:cs typeface="Arial" pitchFamily="34" charset="0"/>
                            </a:rPr>
                            <m:t>17</m:t>
                          </m:r>
                          <m:f>
                            <m:fPr>
                              <m:ctrlPr>
                                <a:rPr lang="en-US" sz="2800" i="1" dirty="0">
                                  <a:latin typeface="Cambria Math" panose="02040503050406030204" pitchFamily="18" charset="0"/>
                                  <a:cs typeface="Arial" pitchFamily="34" charset="0"/>
                                </a:rPr>
                              </m:ctrlPr>
                            </m:fPr>
                            <m:num>
                              <m:r>
                                <a:rPr lang="en-US" sz="2800" i="1" dirty="0">
                                  <a:latin typeface="Cambria Math"/>
                                  <a:cs typeface="Arial" pitchFamily="34" charset="0"/>
                                </a:rPr>
                                <m:t>1</m:t>
                              </m:r>
                            </m:num>
                            <m:den>
                              <m:r>
                                <a:rPr lang="en-US" sz="2800" i="1" dirty="0">
                                  <a:latin typeface="Cambria Math"/>
                                  <a:cs typeface="Arial" pitchFamily="34" charset="0"/>
                                </a:rPr>
                                <m:t>2</m:t>
                              </m:r>
                            </m:den>
                          </m:f>
                        </m:e>
                      </m:d>
                    </m:oMath>
                  </m:oMathPara>
                </a14:m>
                <a:endParaRPr lang="en-US" sz="2800" dirty="0">
                  <a:latin typeface="Arial" pitchFamily="34" charset="0"/>
                  <a:cs typeface="Arial" pitchFamily="34" charset="0"/>
                </a:endParaRPr>
              </a:p>
              <a:p>
                <a:pPr/>
                <a14:m>
                  <m:oMathPara xmlns:m="http://schemas.openxmlformats.org/officeDocument/2006/math">
                    <m:oMathParaPr>
                      <m:jc m:val="left"/>
                    </m:oMathParaPr>
                    <m:oMath xmlns:m="http://schemas.openxmlformats.org/officeDocument/2006/math">
                      <m:r>
                        <m:rPr>
                          <m:sty m:val="p"/>
                        </m:rPr>
                        <a:rPr lang="en-US" sz="2800">
                          <a:latin typeface="Cambria Math" panose="02040503050406030204" pitchFamily="18" charset="0"/>
                          <a:cs typeface="Arial" pitchFamily="34" charset="0"/>
                        </a:rPr>
                        <m:t>SA</m:t>
                      </m:r>
                      <m:r>
                        <a:rPr lang="en-US" sz="2800">
                          <a:latin typeface="Cambria Math" panose="02040503050406030204" pitchFamily="18" charset="0"/>
                          <a:cs typeface="Arial" pitchFamily="34" charset="0"/>
                        </a:rPr>
                        <m:t>=69 </m:t>
                      </m:r>
                      <m:sSup>
                        <m:sSupPr>
                          <m:ctrlPr>
                            <a:rPr lang="en-US" sz="2800" b="0" i="1" smtClean="0">
                              <a:latin typeface="Cambria Math" panose="02040503050406030204" pitchFamily="18" charset="0"/>
                              <a:cs typeface="Arial" pitchFamily="34" charset="0"/>
                            </a:rPr>
                          </m:ctrlPr>
                        </m:sSupPr>
                        <m:e>
                          <m:r>
                            <m:rPr>
                              <m:sty m:val="p"/>
                            </m:rPr>
                            <a:rPr lang="en-US" sz="2800" b="0" i="0" smtClean="0">
                              <a:latin typeface="Cambria Math" panose="02040503050406030204" pitchFamily="18" charset="0"/>
                              <a:cs typeface="Arial" pitchFamily="34" charset="0"/>
                            </a:rPr>
                            <m:t>ft</m:t>
                          </m:r>
                        </m:e>
                        <m:sup>
                          <m:r>
                            <a:rPr lang="en-US" sz="2800" b="0" i="1" smtClean="0">
                              <a:latin typeface="Cambria Math" panose="02040503050406030204" pitchFamily="18" charset="0"/>
                              <a:cs typeface="Arial" pitchFamily="34" charset="0"/>
                            </a:rPr>
                            <m:t>2</m:t>
                          </m:r>
                        </m:sup>
                      </m:sSup>
                    </m:oMath>
                  </m:oMathPara>
                </a14:m>
                <a:endParaRPr lang="en-IN" sz="2800" dirty="0">
                  <a:latin typeface="Arial" pitchFamily="34" charset="0"/>
                  <a:cs typeface="Arial" pitchFamily="34" charset="0"/>
                </a:endParaRPr>
              </a:p>
            </p:txBody>
          </p:sp>
        </mc:Choice>
        <mc:Fallback xmlns="">
          <p:sp>
            <p:nvSpPr>
              <p:cNvPr id="16" name="Rectangle 6"/>
              <p:cNvSpPr>
                <a:spLocks noRot="1" noChangeAspect="1" noMove="1" noResize="1" noEditPoints="1" noAdjustHandles="1" noChangeArrowheads="1" noChangeShapeType="1" noTextEdit="1"/>
              </p:cNvSpPr>
              <p:nvPr/>
            </p:nvSpPr>
            <p:spPr>
              <a:xfrm>
                <a:off x="486000" y="2080726"/>
                <a:ext cx="6497931" cy="1528239"/>
              </a:xfrm>
              <a:prstGeom prst="rect">
                <a:avLst/>
              </a:prstGeom>
              <a:blipFill rotWithShape="1">
                <a:blip r:embed="rId3"/>
                <a:stretch>
                  <a:fillRect/>
                </a:stretch>
              </a:blipFill>
            </p:spPr>
            <p:txBody>
              <a:bodyPr/>
              <a:lstStyle/>
              <a:p>
                <a:r>
                  <a:rPr lang="en-IN">
                    <a:noFill/>
                  </a:rPr>
                  <a:t> </a:t>
                </a:r>
              </a:p>
            </p:txBody>
          </p:sp>
        </mc:Fallback>
      </mc:AlternateContent>
      <p:sp>
        <p:nvSpPr>
          <p:cNvPr id="8" name="Rectangle 7"/>
          <p:cNvSpPr/>
          <p:nvPr/>
        </p:nvSpPr>
        <p:spPr>
          <a:xfrm>
            <a:off x="493349" y="3853183"/>
            <a:ext cx="8498251" cy="1384995"/>
          </a:xfrm>
          <a:prstGeom prst="rect">
            <a:avLst/>
          </a:prstGeom>
        </p:spPr>
        <p:txBody>
          <a:bodyPr wrap="square">
            <a:spAutoFit/>
          </a:bodyPr>
          <a:lstStyle/>
          <a:p>
            <a:r>
              <a:rPr lang="en-US" sz="2800" b="1" dirty="0">
                <a:latin typeface="Arial" pitchFamily="34" charset="0"/>
                <a:cs typeface="Arial" pitchFamily="34" charset="0"/>
              </a:rPr>
              <a:t>One can of stain covers about 35 square feet. How can you determine how many cans of stain James will need?</a:t>
            </a:r>
            <a:endParaRPr lang="en-IN" sz="2800" b="1" dirty="0">
              <a:latin typeface="Arial" pitchFamily="34" charset="0"/>
              <a:cs typeface="Arial" pitchFamily="34" charset="0"/>
            </a:endParaRPr>
          </a:p>
        </p:txBody>
      </p:sp>
      <p:sp>
        <p:nvSpPr>
          <p:cNvPr id="10" name="Content Placeholder 2">
            <a:extLst>
              <a:ext uri="{FF2B5EF4-FFF2-40B4-BE49-F238E27FC236}">
                <a16:creationId xmlns:a16="http://schemas.microsoft.com/office/drawing/2014/main" id="{1688B19B-BA3C-7A74-37BA-7BD940263632}"/>
              </a:ext>
            </a:extLst>
          </p:cNvPr>
          <p:cNvSpPr txBox="1">
            <a:spLocks/>
          </p:cNvSpPr>
          <p:nvPr/>
        </p:nvSpPr>
        <p:spPr>
          <a:xfrm>
            <a:off x="493348" y="5238178"/>
            <a:ext cx="10936651" cy="115309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We can divide 69 by 35 to find the number of cans of stain needed.</a:t>
            </a:r>
            <a:endParaRPr lang="en-IN" sz="2800" dirty="0">
              <a:solidFill>
                <a:schemeClr val="tx1">
                  <a:lumMod val="65000"/>
                  <a:lumOff val="35000"/>
                </a:schemeClr>
              </a:solidFill>
              <a:latin typeface="Arial" pitchFamily="34" charset="0"/>
              <a:cs typeface="Arial" pitchFamily="34" charset="0"/>
            </a:endParaRP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12"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p:nvSpPr>
          <p:cNvPr id="15" name="EWL-COVER-1"/>
          <p:cNvSpPr/>
          <p:nvPr/>
        </p:nvSpPr>
        <p:spPr>
          <a:xfrm>
            <a:off x="438484" y="5183314"/>
            <a:ext cx="11046379" cy="1262825"/>
          </a:xfrm>
          <a:prstGeom prst="rect">
            <a:avLst/>
          </a:prstGeom>
          <a:solidFill>
            <a:srgbClr val="FFFFFF"/>
          </a:solidFill>
          <a:ln>
            <a:noFill/>
          </a:ln>
        </p:spPr>
        <p:txBody>
          <a:bodyPr/>
          <a:lstStyle/>
          <a:p/>
        </p:txBody>
      </p:sp>
    </p:spTree>
    <p:extLst>
      <p:ext uri="{BB962C8B-B14F-4D97-AF65-F5344CB8AC3E}">
        <p14:creationId xmlns:p14="http://schemas.microsoft.com/office/powerpoint/2010/main" val="414982538"/>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15"/>
                                  </p:tgtEl>
                                  <p:attrNameLst>
                                    <p:attrName>style.visibility</p:attrName>
                                  </p:attrNameLst>
                                </p:cBhvr>
                                <p:to>
                                  <p:strVal val="hidden"/>
                                </p:to>
                              </p:set>
                            </p:childTnLst>
                          </p:cTn>
                        </p:par>
                      </p:childTnLst>
                    </p:cTn>
                  </p:par>
                </p:childTnLst>
              </p:cTn>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2890" y="936000"/>
            <a:ext cx="7546685" cy="1384995"/>
          </a:xfrm>
          <a:prstGeom prst="rect">
            <a:avLst/>
          </a:prstGeom>
        </p:spPr>
        <p:txBody>
          <a:bodyPr wrap="square">
            <a:spAutoFit/>
          </a:bodyPr>
          <a:lstStyle/>
          <a:p>
            <a:r>
              <a:rPr lang="en-US" sz="2800" dirty="0">
                <a:latin typeface="Arial" pitchFamily="34" charset="0"/>
                <a:cs typeface="Arial" pitchFamily="34" charset="0"/>
              </a:rPr>
              <a:t>We can divide the surface area of the chest, 69 square feet, by the amount of paint one can of stain covers, 35 square feet.</a:t>
            </a:r>
          </a:p>
        </p:txBody>
      </p:sp>
      <mc:AlternateContent xmlns:mc="http://schemas.openxmlformats.org/markup-compatibility/2006" xmlns:a14="http://schemas.microsoft.com/office/drawing/2010/main">
        <mc:Choice Requires="a14">
          <p:sp>
            <p:nvSpPr>
              <p:cNvPr id="7" name="Rectangle 6"/>
              <p:cNvSpPr/>
              <p:nvPr/>
            </p:nvSpPr>
            <p:spPr>
              <a:xfrm>
                <a:off x="556463" y="2876896"/>
                <a:ext cx="6497931" cy="52322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cs typeface="Arial" pitchFamily="34" charset="0"/>
                        </a:rPr>
                        <m:t>69</m:t>
                      </m:r>
                      <m:r>
                        <a:rPr lang="en-US" sz="2800" b="0" i="1" smtClean="0">
                          <a:latin typeface="Cambria Math" panose="02040503050406030204" pitchFamily="18" charset="0"/>
                          <a:ea typeface="Cambria Math" panose="02040503050406030204" pitchFamily="18" charset="0"/>
                          <a:cs typeface="Arial" pitchFamily="34" charset="0"/>
                        </a:rPr>
                        <m:t>÷35</m:t>
                      </m:r>
                      <m:r>
                        <a:rPr lang="en-IN" sz="2800" dirty="0">
                          <a:latin typeface="Cambria Math" panose="02040503050406030204" pitchFamily="18" charset="0"/>
                          <a:cs typeface="Arial" pitchFamily="34" charset="0"/>
                        </a:rPr>
                        <m:t>≈</m:t>
                      </m:r>
                      <m:r>
                        <a:rPr lang="en-US" sz="2800" b="0" i="0" dirty="0" smtClean="0">
                          <a:latin typeface="Cambria Math" panose="02040503050406030204" pitchFamily="18" charset="0"/>
                          <a:cs typeface="Arial" pitchFamily="34" charset="0"/>
                        </a:rPr>
                        <m:t>1.97</m:t>
                      </m:r>
                    </m:oMath>
                  </m:oMathPara>
                </a14:m>
                <a:endParaRPr lang="en-IN" sz="2800" dirty="0">
                  <a:latin typeface="Arial" pitchFamily="34" charset="0"/>
                  <a:cs typeface="Arial" pitchFamily="34" charset="0"/>
                </a:endParaRPr>
              </a:p>
            </p:txBody>
          </p:sp>
        </mc:Choice>
        <mc:Fallback xmlns="">
          <p:sp>
            <p:nvSpPr>
              <p:cNvPr id="15" name="Rectangle 6"/>
              <p:cNvSpPr>
                <a:spLocks noRot="1" noChangeAspect="1" noMove="1" noResize="1" noEditPoints="1" noAdjustHandles="1" noChangeArrowheads="1" noChangeShapeType="1" noTextEdit="1"/>
              </p:cNvSpPr>
              <p:nvPr/>
            </p:nvSpPr>
            <p:spPr>
              <a:xfrm>
                <a:off x="556463" y="2876896"/>
                <a:ext cx="6497931" cy="523220"/>
              </a:xfrm>
              <a:prstGeom prst="rect">
                <a:avLst/>
              </a:prstGeom>
              <a:blipFill rotWithShape="1">
                <a:blip r:embed="rId3"/>
                <a:stretch>
                  <a:fillRect/>
                </a:stretch>
              </a:blipFill>
            </p:spPr>
            <p:txBody>
              <a:bodyPr/>
              <a:lstStyle/>
              <a:p>
                <a:r>
                  <a:rPr lang="en-IN">
                    <a:noFill/>
                  </a:rPr>
                  <a:t> </a:t>
                </a:r>
              </a:p>
            </p:txBody>
          </p:sp>
        </mc:Fallback>
      </mc:AlternateContent>
      <p:sp>
        <p:nvSpPr>
          <p:cNvPr id="8" name="Rectangle 7"/>
          <p:cNvSpPr/>
          <p:nvPr/>
        </p:nvSpPr>
        <p:spPr>
          <a:xfrm>
            <a:off x="484565" y="4484065"/>
            <a:ext cx="10469569" cy="523220"/>
          </a:xfrm>
          <a:prstGeom prst="rect">
            <a:avLst/>
          </a:prstGeom>
        </p:spPr>
        <p:txBody>
          <a:bodyPr wrap="square">
            <a:spAutoFit/>
          </a:bodyPr>
          <a:lstStyle/>
          <a:p>
            <a:r>
              <a:rPr lang="en-US" sz="2800" b="1" dirty="0">
                <a:latin typeface="Arial" pitchFamily="34" charset="0"/>
                <a:cs typeface="Arial" pitchFamily="34" charset="0"/>
              </a:rPr>
              <a:t>How many cans of stain are needed to cover the chest?</a:t>
            </a:r>
            <a:endParaRPr lang="en-IN" sz="2800" b="1" dirty="0">
              <a:latin typeface="Arial" pitchFamily="34" charset="0"/>
              <a:cs typeface="Arial" pitchFamily="34" charset="0"/>
            </a:endParaRPr>
          </a:p>
        </p:txBody>
      </p:sp>
      <p:sp>
        <p:nvSpPr>
          <p:cNvPr id="11" name="Content Placeholder 2">
            <a:extLst>
              <a:ext uri="{FF2B5EF4-FFF2-40B4-BE49-F238E27FC236}">
                <a16:creationId xmlns:a16="http://schemas.microsoft.com/office/drawing/2014/main" id="{1688B19B-BA3C-7A74-37BA-7BD940263632}"/>
              </a:ext>
            </a:extLst>
          </p:cNvPr>
          <p:cNvSpPr txBox="1">
            <a:spLocks/>
          </p:cNvSpPr>
          <p:nvPr/>
        </p:nvSpPr>
        <p:spPr>
          <a:xfrm>
            <a:off x="556463" y="5233666"/>
            <a:ext cx="5960624" cy="118618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12"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37306097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2890" y="1005475"/>
            <a:ext cx="7489535" cy="1384995"/>
          </a:xfrm>
          <a:prstGeom prst="rect">
            <a:avLst/>
          </a:prstGeom>
        </p:spPr>
        <p:txBody>
          <a:bodyPr wrap="square">
            <a:spAutoFit/>
          </a:bodyPr>
          <a:lstStyle/>
          <a:p>
            <a:r>
              <a:rPr lang="en-US" sz="2800" dirty="0">
                <a:latin typeface="Arial" pitchFamily="34" charset="0"/>
                <a:cs typeface="Arial" pitchFamily="34" charset="0"/>
              </a:rPr>
              <a:t>We can divide the surface area of the chest, 69 square feet, by the amount of paint one can of stain covers, 35 square feet.</a:t>
            </a:r>
          </a:p>
        </p:txBody>
      </p:sp>
      <mc:AlternateContent xmlns:mc="http://schemas.openxmlformats.org/markup-compatibility/2006" xmlns:a14="http://schemas.microsoft.com/office/drawing/2010/main">
        <mc:Choice Requires="a14">
          <p:sp>
            <p:nvSpPr>
              <p:cNvPr id="7" name="Rectangle 6"/>
              <p:cNvSpPr/>
              <p:nvPr/>
            </p:nvSpPr>
            <p:spPr>
              <a:xfrm>
                <a:off x="556463" y="2876896"/>
                <a:ext cx="6497931" cy="52322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cs typeface="Arial" pitchFamily="34" charset="0"/>
                        </a:rPr>
                        <m:t>69</m:t>
                      </m:r>
                      <m:r>
                        <a:rPr lang="en-US" sz="2800" b="0" i="1" smtClean="0">
                          <a:latin typeface="Cambria Math" panose="02040503050406030204" pitchFamily="18" charset="0"/>
                          <a:ea typeface="Cambria Math" panose="02040503050406030204" pitchFamily="18" charset="0"/>
                          <a:cs typeface="Arial" pitchFamily="34" charset="0"/>
                        </a:rPr>
                        <m:t>÷35</m:t>
                      </m:r>
                      <m:r>
                        <a:rPr lang="en-IN" sz="2800" dirty="0">
                          <a:latin typeface="Cambria Math" panose="02040503050406030204" pitchFamily="18" charset="0"/>
                          <a:cs typeface="Arial" pitchFamily="34" charset="0"/>
                        </a:rPr>
                        <m:t>≈</m:t>
                      </m:r>
                      <m:r>
                        <a:rPr lang="en-US" sz="2800" b="0" i="0" dirty="0" smtClean="0">
                          <a:latin typeface="Cambria Math" panose="02040503050406030204" pitchFamily="18" charset="0"/>
                          <a:cs typeface="Arial" pitchFamily="34" charset="0"/>
                        </a:rPr>
                        <m:t>1.97</m:t>
                      </m:r>
                    </m:oMath>
                  </m:oMathPara>
                </a14:m>
                <a:endParaRPr lang="en-IN" sz="2800" dirty="0">
                  <a:latin typeface="Arial" pitchFamily="34" charset="0"/>
                  <a:cs typeface="Arial" pitchFamily="34" charset="0"/>
                </a:endParaRPr>
              </a:p>
            </p:txBody>
          </p:sp>
        </mc:Choice>
        <mc:Fallback xmlns="">
          <p:sp>
            <p:nvSpPr>
              <p:cNvPr id="18" name="Rectangle 6"/>
              <p:cNvSpPr>
                <a:spLocks noRot="1" noChangeAspect="1" noMove="1" noResize="1" noEditPoints="1" noAdjustHandles="1" noChangeArrowheads="1" noChangeShapeType="1" noTextEdit="1"/>
              </p:cNvSpPr>
              <p:nvPr/>
            </p:nvSpPr>
            <p:spPr>
              <a:xfrm>
                <a:off x="556463" y="2876896"/>
                <a:ext cx="6497931" cy="523220"/>
              </a:xfrm>
              <a:prstGeom prst="rect">
                <a:avLst/>
              </a:prstGeom>
              <a:blipFill rotWithShape="1">
                <a:blip r:embed="rId3"/>
                <a:stretch>
                  <a:fillRect/>
                </a:stretch>
              </a:blipFill>
            </p:spPr>
            <p:txBody>
              <a:bodyPr/>
              <a:lstStyle/>
              <a:p>
                <a:r>
                  <a:rPr lang="en-IN">
                    <a:noFill/>
                  </a:rPr>
                  <a:t> </a:t>
                </a:r>
              </a:p>
            </p:txBody>
          </p:sp>
        </mc:Fallback>
      </mc:AlternateContent>
      <p:sp>
        <p:nvSpPr>
          <p:cNvPr id="8" name="Rectangle 7"/>
          <p:cNvSpPr/>
          <p:nvPr/>
        </p:nvSpPr>
        <p:spPr>
          <a:xfrm>
            <a:off x="484565" y="4484065"/>
            <a:ext cx="10469569" cy="523220"/>
          </a:xfrm>
          <a:prstGeom prst="rect">
            <a:avLst/>
          </a:prstGeom>
        </p:spPr>
        <p:txBody>
          <a:bodyPr wrap="square">
            <a:spAutoFit/>
          </a:bodyPr>
          <a:lstStyle/>
          <a:p>
            <a:r>
              <a:rPr lang="en-US" sz="2800" b="1" dirty="0">
                <a:latin typeface="Arial" pitchFamily="34" charset="0"/>
                <a:cs typeface="Arial" pitchFamily="34" charset="0"/>
              </a:rPr>
              <a:t>How many cans of stain are needed to cover the chest?</a:t>
            </a:r>
            <a:endParaRPr lang="en-IN" sz="2800" b="1" dirty="0">
              <a:latin typeface="Arial" pitchFamily="34" charset="0"/>
              <a:cs typeface="Arial" pitchFamily="34" charset="0"/>
            </a:endParaRPr>
          </a:p>
        </p:txBody>
      </p:sp>
      <p:sp>
        <p:nvSpPr>
          <p:cNvPr id="11" name="Content Placeholder 2">
            <a:extLst>
              <a:ext uri="{FF2B5EF4-FFF2-40B4-BE49-F238E27FC236}">
                <a16:creationId xmlns:a16="http://schemas.microsoft.com/office/drawing/2014/main" id="{1688B19B-BA3C-7A74-37BA-7BD940263632}"/>
              </a:ext>
            </a:extLst>
          </p:cNvPr>
          <p:cNvSpPr txBox="1">
            <a:spLocks/>
          </p:cNvSpPr>
          <p:nvPr/>
        </p:nvSpPr>
        <p:spPr>
          <a:xfrm>
            <a:off x="556463" y="5233666"/>
            <a:ext cx="5960624" cy="118618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2 cans</a:t>
            </a:r>
            <a:endParaRPr lang="en-IN" sz="2800" dirty="0">
              <a:solidFill>
                <a:schemeClr val="tx1">
                  <a:lumMod val="65000"/>
                  <a:lumOff val="35000"/>
                </a:schemeClr>
              </a:solidFill>
              <a:latin typeface="Arial" pitchFamily="34" charset="0"/>
              <a:cs typeface="Arial" pitchFamily="34" charset="0"/>
            </a:endParaRP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12"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
        <p:nvSpPr>
          <p:cNvPr id="15" name="EWL-COVER-1"/>
          <p:cNvSpPr/>
          <p:nvPr/>
        </p:nvSpPr>
        <p:spPr>
          <a:xfrm>
            <a:off x="501599" y="5178802"/>
            <a:ext cx="6070352" cy="1267718"/>
          </a:xfrm>
          <a:prstGeom prst="rect">
            <a:avLst/>
          </a:prstGeom>
          <a:solidFill>
            <a:srgbClr val="FFFFFF"/>
          </a:solidFill>
          <a:ln>
            <a:noFill/>
          </a:ln>
        </p:spPr>
        <p:txBody>
          <a:bodyPr/>
          <a:lstStyle/>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47</a:t>
            </a:r>
          </a:p>
        </p:txBody>
      </p:sp>
      <p:sp xmlns:p="http://schemas.openxmlformats.org/presentationml/2006/main" xmlns:a="http://schemas.openxmlformats.org/drawingml/2006/main">
        <p:nvSpPr>
          <p:cNvPr id="17" name="TEACH-embedded-student-prompt" descr="Student thinking and response directions"/>
          <p:cNvSpPr txBox="1"/>
          <p:nvPr/>
        </p:nvSpPr>
        <p:spPr>
          <a:xfrm>
            <a:off x="594360" y="35844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extLst>
      <p:ext uri="{BB962C8B-B14F-4D97-AF65-F5344CB8AC3E}">
        <p14:creationId xmlns:p14="http://schemas.microsoft.com/office/powerpoint/2010/main" val="1403006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6000" y="936000"/>
            <a:ext cx="7682585" cy="2677656"/>
          </a:xfrm>
          <a:prstGeom prst="rect">
            <a:avLst/>
          </a:prstGeom>
        </p:spPr>
        <p:txBody>
          <a:bodyPr wrap="square">
            <a:spAutoFit/>
          </a:bodyPr>
          <a:lstStyle/>
          <a:p>
            <a:r>
              <a:rPr lang="en-US" sz="2800" dirty="0">
                <a:latin typeface="Arial" pitchFamily="34" charset="0"/>
                <a:cs typeface="Arial" pitchFamily="34" charset="0"/>
              </a:rPr>
              <a:t>James is putting a special restorative stain on the entire surface of the wooden chest. One can of stain covers about 35 square feet.​</a:t>
            </a:r>
          </a:p>
          <a:p>
            <a:endParaRPr lang="en-US" sz="2800" b="1" dirty="0">
              <a:latin typeface="Arial" pitchFamily="34" charset="0"/>
              <a:cs typeface="Arial" pitchFamily="34" charset="0"/>
            </a:endParaRPr>
          </a:p>
          <a:p>
            <a:r>
              <a:rPr lang="en-US" sz="2800" b="1" dirty="0">
                <a:latin typeface="Arial" pitchFamily="34" charset="0"/>
                <a:cs typeface="Arial" pitchFamily="34" charset="0"/>
              </a:rPr>
              <a:t>How many cans of stain will James need?​</a:t>
            </a:r>
          </a:p>
          <a:p>
            <a:endParaRPr lang="en-US" sz="2800" dirty="0">
              <a:latin typeface="Arial" pitchFamily="34" charset="0"/>
              <a:cs typeface="Arial" pitchFamily="34" charset="0"/>
            </a:endParaRPr>
          </a:p>
        </p:txBody>
      </p:sp>
      <p:sp>
        <p:nvSpPr>
          <p:cNvPr id="5" name="TextBox 4">
            <a:extLst>
              <a:ext uri="{FF2B5EF4-FFF2-40B4-BE49-F238E27FC236}">
                <a16:creationId xmlns:a16="http://schemas.microsoft.com/office/drawing/2014/main" id="{178E962F-C48C-0E26-A298-8168A84F5F7B}"/>
              </a:ext>
            </a:extLst>
          </p:cNvPr>
          <p:cNvSpPr txBox="1"/>
          <p:nvPr/>
        </p:nvSpPr>
        <p:spPr>
          <a:xfrm>
            <a:off x="486000" y="3692265"/>
            <a:ext cx="7467943" cy="523220"/>
          </a:xfrm>
          <a:prstGeom prst="rect">
            <a:avLst/>
          </a:prstGeom>
          <a:ln>
            <a:solidFill>
              <a:srgbClr val="782DA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800" dirty="0">
                <a:latin typeface="Arial" pitchFamily="34" charset="0"/>
                <a:cs typeface="Arial" pitchFamily="34" charset="0"/>
              </a:rPr>
              <a:t>James will need 2 cans of stain.​</a:t>
            </a:r>
            <a:endParaRPr lang="en-IN" sz="2800" dirty="0">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240" y="1793875"/>
            <a:ext cx="2362200" cy="2409825"/>
          </a:xfrm>
          <a:prstGeom prst="rect">
            <a:avLst/>
          </a:prstGeom>
        </p:spPr>
      </p:pic>
      <p:sp>
        <p:nvSpPr>
          <p:cNvPr id="7" name="Title 1">
            <a:extLst>
              <a:ext uri="{FF2B5EF4-FFF2-40B4-BE49-F238E27FC236}">
                <a16:creationId xmlns:a16="http://schemas.microsoft.com/office/drawing/2014/main" id="{3CF4AF49-89F7-5C44-B082-4D1951B38CC4}"/>
              </a:ext>
            </a:extLst>
          </p:cNvPr>
          <p:cNvSpPr txBox="1">
            <a:spLocks/>
          </p:cNvSpPr>
          <p:nvPr/>
        </p:nvSpPr>
        <p:spPr>
          <a:xfrm>
            <a:off x="486000" y="316800"/>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Painting Project	</a:t>
            </a:r>
          </a:p>
        </p:txBody>
      </p:sp>
    </p:spTree>
    <p:extLst>
      <p:ext uri="{BB962C8B-B14F-4D97-AF65-F5344CB8AC3E}">
        <p14:creationId xmlns:p14="http://schemas.microsoft.com/office/powerpoint/2010/main" val="2606506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54B16FB-6891-DD42-B230-D51CD92601A2}"/>
              </a:ext>
            </a:extLst>
          </p:cNvPr>
          <p:cNvSpPr txBox="1"/>
          <p:nvPr/>
        </p:nvSpPr>
        <p:spPr>
          <a:xfrm>
            <a:off x="6314663" y="5744798"/>
            <a:ext cx="1206869" cy="338554"/>
          </a:xfrm>
          <a:prstGeom prst="rect">
            <a:avLst/>
          </a:prstGeom>
          <a:noFill/>
        </p:spPr>
        <p:txBody>
          <a:bodyPr wrap="square" rtlCol="0">
            <a:spAutoFit/>
          </a:bodyPr>
          <a:lstStyle/>
          <a:p>
            <a:r>
              <a:rPr lang="en-US" sz="1600" dirty="0">
                <a:solidFill>
                  <a:schemeClr val="bg1">
                    <a:lumMod val="75000"/>
                  </a:schemeClr>
                </a:solidFill>
                <a:latin typeface="Arial" panose="020B0604020202020204" pitchFamily="34" charset="0"/>
                <a:cs typeface="Arial" panose="020B0604020202020204" pitchFamily="34" charset="0"/>
              </a:rPr>
              <a:t>Workspace</a:t>
            </a:r>
          </a:p>
        </p:txBody>
      </p:sp>
      <p:sp>
        <p:nvSpPr>
          <p:cNvPr id="7" name="Rectangle 6">
            <a:extLst>
              <a:ext uri="{FF2B5EF4-FFF2-40B4-BE49-F238E27FC236}">
                <a16:creationId xmlns:a16="http://schemas.microsoft.com/office/drawing/2014/main" id="{D3A629F8-C3A1-BA44-BC5C-24372160A7E2}"/>
              </a:ext>
            </a:extLst>
          </p:cNvPr>
          <p:cNvSpPr/>
          <p:nvPr/>
        </p:nvSpPr>
        <p:spPr>
          <a:xfrm>
            <a:off x="567559" y="2071690"/>
            <a:ext cx="7031726" cy="4206620"/>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D7D5C8EC-F1EF-6146-850F-128719B25F22}"/>
              </a:ext>
            </a:extLst>
          </p:cNvPr>
          <p:cNvSpPr txBox="1">
            <a:spLocks/>
          </p:cNvSpPr>
          <p:nvPr/>
        </p:nvSpPr>
        <p:spPr>
          <a:xfrm>
            <a:off x="484564" y="927529"/>
            <a:ext cx="7114721" cy="114416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What is a formula that could be used to find the surface area of a rectangular prism?</a:t>
            </a:r>
          </a:p>
        </p:txBody>
      </p:sp>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82DA0"/>
                </a:solidFill>
                <a:latin typeface="Arial" panose="020B0604020202020204" pitchFamily="34" charset="0"/>
                <a:cs typeface="Arial" panose="020B0604020202020204" pitchFamily="34" charset="0"/>
              </a:rPr>
              <a:t>Let’s Explore More</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47</a:t>
            </a:r>
          </a:p>
        </p:txBody>
      </p:sp>
    </p:spTree>
    <p:extLst>
      <p:ext uri="{BB962C8B-B14F-4D97-AF65-F5344CB8AC3E}">
        <p14:creationId xmlns:p14="http://schemas.microsoft.com/office/powerpoint/2010/main" val="11630907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7B29969-56BF-6D41-A9E2-22306CDCAC18}"/>
              </a:ext>
            </a:extLst>
          </p:cNvPr>
          <p:cNvSpPr txBox="1">
            <a:spLocks/>
          </p:cNvSpPr>
          <p:nvPr/>
        </p:nvSpPr>
        <p:spPr>
          <a:xfrm>
            <a:off x="1402828" y="2453951"/>
            <a:ext cx="7719138" cy="1094468"/>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r>
              <a:rPr lang="en-US" sz="3600" b="1" dirty="0">
                <a:solidFill>
                  <a:schemeClr val="tx1"/>
                </a:solidFill>
              </a:rPr>
              <a:t>Determine Surface Area of Prisms</a:t>
            </a:r>
          </a:p>
        </p:txBody>
      </p:sp>
      <p:sp>
        <p:nvSpPr>
          <p:cNvPr id="3" name="Rectangle 2">
            <a:extLst>
              <a:ext uri="{FF2B5EF4-FFF2-40B4-BE49-F238E27FC236}">
                <a16:creationId xmlns:a16="http://schemas.microsoft.com/office/drawing/2014/main" id="{059AB280-D7EB-53CD-A267-024F312C0186}"/>
              </a:ext>
            </a:extLst>
          </p:cNvPr>
          <p:cNvSpPr/>
          <p:nvPr/>
        </p:nvSpPr>
        <p:spPr>
          <a:xfrm>
            <a:off x="1402828" y="1037162"/>
            <a:ext cx="1763624" cy="523220"/>
          </a:xfrm>
          <a:prstGeom prst="rect">
            <a:avLst/>
          </a:prstGeom>
        </p:spPr>
        <p:txBody>
          <a:bodyPr wrap="square">
            <a:spAutoFit/>
          </a:bodyPr>
          <a:lstStyle/>
          <a:p>
            <a:r>
              <a:rPr lang="en-US" sz="2800" dirty="0">
                <a:solidFill>
                  <a:srgbClr val="01708C"/>
                </a:solidFill>
                <a:latin typeface="Arial" panose="020B0604020202020204" pitchFamily="34" charset="0"/>
                <a:cs typeface="Arial" panose="020B0604020202020204" pitchFamily="34" charset="0"/>
              </a:rPr>
              <a:t>Session 2</a:t>
            </a:r>
            <a:endParaRPr lang="en-US" sz="2800" b="1" dirty="0">
              <a:solidFill>
                <a:srgbClr val="01708C"/>
              </a:solidFill>
            </a:endParaRPr>
          </a:p>
        </p:txBody>
      </p:sp>
      <p:cxnSp>
        <p:nvCxnSpPr>
          <p:cNvPr id="4" name="Straight Connector 3">
            <a:extLst>
              <a:ext uri="{FF2B5EF4-FFF2-40B4-BE49-F238E27FC236}">
                <a16:creationId xmlns:a16="http://schemas.microsoft.com/office/drawing/2014/main" id="{3CCD7778-281C-3A8A-ED72-4347917C275A}"/>
              </a:ext>
            </a:extLst>
          </p:cNvPr>
          <p:cNvCxnSpPr>
            <a:cxnSpLocks/>
          </p:cNvCxnSpPr>
          <p:nvPr/>
        </p:nvCxnSpPr>
        <p:spPr>
          <a:xfrm>
            <a:off x="-1" y="1560382"/>
            <a:ext cx="3166453" cy="0"/>
          </a:xfrm>
          <a:prstGeom prst="line">
            <a:avLst/>
          </a:prstGeom>
          <a:ln>
            <a:solidFill>
              <a:srgbClr val="01708C"/>
            </a:solidFill>
          </a:ln>
        </p:spPr>
        <p:style>
          <a:lnRef idx="3">
            <a:schemeClr val="accent4"/>
          </a:lnRef>
          <a:fillRef idx="0">
            <a:schemeClr val="accent4"/>
          </a:fillRef>
          <a:effectRef idx="2">
            <a:schemeClr val="accent4"/>
          </a:effectRef>
          <a:fontRef idx="minor">
            <a:schemeClr val="tx1"/>
          </a:fontRef>
        </p:style>
      </p:cxn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47</a:t>
            </a:r>
          </a:p>
        </p:txBody>
      </p:sp>
      <p:grpSp xmlns:a="http://schemas.openxmlformats.org/drawingml/2006/main" xmlns:p="http://schemas.openxmlformats.org/presentationml/2006/main">
        <p:nvGrpSpPr>
          <p:cNvPr id="6" name="TEACH-5-student-move" descr="TEACH 5 · Facilitate student interactions and academic talk"/>
          <p:cNvGrpSpPr/>
          <p:nvPr/>
        </p:nvGrpSpPr>
        <p:grpSpPr>
          <a:xfrm>
            <a:off x="502920" y="3630715"/>
            <a:ext cx="11186160" cy="731520"/>
            <a:chOff x="502920" y="3630715"/>
            <a:chExt cx="11186160" cy="731520"/>
          </a:xfrm>
        </p:grpSpPr>
        <p:sp>
          <p:nvSpPr>
            <p:cNvPr id="7" name="TEACH-move-card"/>
            <p:cNvSpPr/>
            <p:nvPr/>
          </p:nvSpPr>
          <p:spPr>
            <a:xfrm>
              <a:off x="502920" y="3630715"/>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 name="TEACH-move-rule"/>
            <p:cNvSpPr/>
            <p:nvPr/>
          </p:nvSpPr>
          <p:spPr>
            <a:xfrm>
              <a:off x="548640" y="3859315"/>
              <a:ext cx="100584" cy="274320"/>
            </a:xfrm>
            <a:prstGeom prst="roundRect">
              <a:avLst>
                <a:gd name="adj" fmla="val 50000"/>
              </a:avLst>
            </a:prstGeom>
            <a:solidFill>
              <a:srgbClr val="01708C"/>
            </a:solidFill>
            <a:ln>
              <a:noFill/>
            </a:ln>
          </p:spPr>
          <p:txBody>
            <a:bodyPr/>
            <a:lstStyle/>
            <a:p>
              <a:endParaRPr/>
            </a:p>
          </p:txBody>
        </p:sp>
        <p:sp>
          <p:nvSpPr>
            <p:cNvPr id="9" name="TEACH-move-text"/>
            <p:cNvSpPr txBox="1"/>
            <p:nvPr/>
          </p:nvSpPr>
          <p:spPr>
            <a:xfrm>
              <a:off x="822960" y="3630715"/>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USE THE MATH WORDS  ·  </a:t>
              </a:r>
              <a:r>
                <a:rPr lang="en-US" sz="1800" dirty="0">
                  <a:solidFill>
                    <a:srgbClr val="13303A"/>
                  </a:solidFill>
                  <a:latin typeface="Arial"/>
                </a:rPr>
                <a:t>Use today’s math words in your explanation — not “it” and “that thing.”</a:t>
              </a:r>
              <a:endParaRPr lang="en-US" sz="1800"/>
            </a:p>
          </p:txBody>
        </p:sp>
      </p:grpSp>
    </p:spTree>
    <p:extLst>
      <p:ext uri="{BB962C8B-B14F-4D97-AF65-F5344CB8AC3E}">
        <p14:creationId xmlns:p14="http://schemas.microsoft.com/office/powerpoint/2010/main" val="7525507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3C64A2BC-4D5F-F313-BCCF-8697F016B769}"/>
              </a:ext>
            </a:extLst>
          </p:cNvPr>
          <p:cNvSpPr txBox="1">
            <a:spLocks/>
          </p:cNvSpPr>
          <p:nvPr/>
        </p:nvSpPr>
        <p:spPr>
          <a:xfrm>
            <a:off x="484561" y="936100"/>
            <a:ext cx="4073792" cy="670793"/>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Which doesn’t belong?</a:t>
            </a:r>
          </a:p>
        </p:txBody>
      </p:sp>
      <p:sp>
        <p:nvSpPr>
          <p:cNvPr id="9" name="Title 1">
            <a:extLst>
              <a:ext uri="{FF2B5EF4-FFF2-40B4-BE49-F238E27FC236}">
                <a16:creationId xmlns:a16="http://schemas.microsoft.com/office/drawing/2014/main" id="{3CF4AF49-89F7-5C44-B082-4D1951B38CC4}"/>
              </a:ext>
            </a:extLst>
          </p:cNvPr>
          <p:cNvSpPr txBox="1">
            <a:spLocks/>
          </p:cNvSpPr>
          <p:nvPr/>
        </p:nvSpPr>
        <p:spPr>
          <a:xfrm>
            <a:off x="474055" y="316034"/>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00B050"/>
                </a:solidFill>
                <a:latin typeface="Arial" panose="020B0604020202020204" pitchFamily="34" charset="0"/>
                <a:cs typeface="Arial" panose="020B0604020202020204" pitchFamily="34" charset="0"/>
              </a:rPr>
              <a:t>Be Curious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9161" y="1523619"/>
            <a:ext cx="6219825" cy="4391025"/>
          </a:xfrm>
          <a:prstGeom prst="rect">
            <a:avLst/>
          </a:prstGeom>
        </p:spPr>
      </p:pic>
      <p:pic>
        <p:nvPicPr>
          <p:cNvPr id="11" name="Picture 10">
            <a:extLst>
              <a:ext uri="{FF2B5EF4-FFF2-40B4-BE49-F238E27FC236}">
                <a16:creationId xmlns:a16="http://schemas.microsoft.com/office/drawing/2014/main" id="{CF797394-7ECA-97A6-7715-02A88CBC888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74055" y="4536585"/>
            <a:ext cx="5054600" cy="838200"/>
          </a:xfrm>
          <a:prstGeom prst="rect">
            <a:avLst/>
          </a:prstGeom>
        </p:spPr>
      </p:pic>
      <p:sp>
        <p:nvSpPr>
          <p:cNvPr id="12" name="Content Placeholder 2">
            <a:extLst>
              <a:ext uri="{FF2B5EF4-FFF2-40B4-BE49-F238E27FC236}">
                <a16:creationId xmlns:a16="http://schemas.microsoft.com/office/drawing/2014/main" id="{5A3EB752-9D25-5726-24C8-F9E847F38609}"/>
              </a:ext>
            </a:extLst>
          </p:cNvPr>
          <p:cNvSpPr txBox="1">
            <a:spLocks/>
          </p:cNvSpPr>
          <p:nvPr/>
        </p:nvSpPr>
        <p:spPr>
          <a:xfrm>
            <a:off x="3334072" y="4693903"/>
            <a:ext cx="2194584" cy="63971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Mindset</a:t>
            </a:r>
          </a:p>
        </p:txBody>
      </p:sp>
    </p:spTree>
    <p:extLst>
      <p:ext uri="{BB962C8B-B14F-4D97-AF65-F5344CB8AC3E}">
        <p14:creationId xmlns:p14="http://schemas.microsoft.com/office/powerpoint/2010/main" val="13043810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8CF9263-71A8-0A46-BDD3-4DBAF9703EFD}"/>
              </a:ext>
            </a:extLst>
          </p:cNvPr>
          <p:cNvSpPr/>
          <p:nvPr/>
        </p:nvSpPr>
        <p:spPr>
          <a:xfrm>
            <a:off x="610374" y="5307500"/>
            <a:ext cx="5722770" cy="892552"/>
          </a:xfrm>
          <a:prstGeom prst="rect">
            <a:avLst/>
          </a:prstGeom>
        </p:spPr>
        <p:txBody>
          <a:bodyPr wrap="square">
            <a:spAutoFit/>
          </a:bodyPr>
          <a:lstStyle/>
          <a:p>
            <a:r>
              <a:rPr lang="en-US" sz="2600" dirty="0">
                <a:solidFill>
                  <a:schemeClr val="tx1">
                    <a:lumMod val="65000"/>
                    <a:lumOff val="35000"/>
                  </a:schemeClr>
                </a:solidFill>
                <a:latin typeface="Arial" panose="020B0604020202020204" pitchFamily="34" charset="0"/>
                <a:cs typeface="Arial" panose="020B0604020202020204" pitchFamily="34" charset="0"/>
              </a:rPr>
              <a:t>What is helping you be a contributor to the math class community?</a:t>
            </a:r>
          </a:p>
        </p:txBody>
      </p:sp>
      <p:sp>
        <p:nvSpPr>
          <p:cNvPr id="17" name="Content Placeholder 2">
            <a:extLst>
              <a:ext uri="{FF2B5EF4-FFF2-40B4-BE49-F238E27FC236}">
                <a16:creationId xmlns:a16="http://schemas.microsoft.com/office/drawing/2014/main" id="{3C64A2BC-4D5F-F313-BCCF-8697F016B769}"/>
              </a:ext>
            </a:extLst>
          </p:cNvPr>
          <p:cNvSpPr txBox="1">
            <a:spLocks/>
          </p:cNvSpPr>
          <p:nvPr/>
        </p:nvSpPr>
        <p:spPr>
          <a:xfrm>
            <a:off x="484561" y="936100"/>
            <a:ext cx="4073792" cy="670793"/>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Which doesn’t belong?</a:t>
            </a:r>
          </a:p>
        </p:txBody>
      </p:sp>
      <p:sp>
        <p:nvSpPr>
          <p:cNvPr id="9" name="Title 1">
            <a:extLst>
              <a:ext uri="{FF2B5EF4-FFF2-40B4-BE49-F238E27FC236}">
                <a16:creationId xmlns:a16="http://schemas.microsoft.com/office/drawing/2014/main" id="{3CF4AF49-89F7-5C44-B082-4D1951B38CC4}"/>
              </a:ext>
            </a:extLst>
          </p:cNvPr>
          <p:cNvSpPr txBox="1">
            <a:spLocks/>
          </p:cNvSpPr>
          <p:nvPr/>
        </p:nvSpPr>
        <p:spPr>
          <a:xfrm>
            <a:off x="474055" y="316034"/>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00B050"/>
                </a:solidFill>
                <a:latin typeface="Arial" panose="020B0604020202020204" pitchFamily="34" charset="0"/>
                <a:cs typeface="Arial" panose="020B0604020202020204" pitchFamily="34" charset="0"/>
              </a:rPr>
              <a:t>Be Curious</a:t>
            </a:r>
          </a:p>
        </p:txBody>
      </p:sp>
      <p:pic>
        <p:nvPicPr>
          <p:cNvPr id="10" name="Picture 9">
            <a:extLst>
              <a:ext uri="{FF2B5EF4-FFF2-40B4-BE49-F238E27FC236}">
                <a16:creationId xmlns:a16="http://schemas.microsoft.com/office/drawing/2014/main" id="{CF797394-7ECA-97A6-7715-02A88CBC888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74055" y="4536585"/>
            <a:ext cx="5054600" cy="838200"/>
          </a:xfrm>
          <a:prstGeom prst="rect">
            <a:avLst/>
          </a:prstGeom>
        </p:spPr>
      </p:pic>
      <p:sp>
        <p:nvSpPr>
          <p:cNvPr id="11" name="Content Placeholder 2">
            <a:extLst>
              <a:ext uri="{FF2B5EF4-FFF2-40B4-BE49-F238E27FC236}">
                <a16:creationId xmlns:a16="http://schemas.microsoft.com/office/drawing/2014/main" id="{5A3EB752-9D25-5726-24C8-F9E847F38609}"/>
              </a:ext>
            </a:extLst>
          </p:cNvPr>
          <p:cNvSpPr txBox="1">
            <a:spLocks/>
          </p:cNvSpPr>
          <p:nvPr/>
        </p:nvSpPr>
        <p:spPr>
          <a:xfrm>
            <a:off x="3334072" y="4693903"/>
            <a:ext cx="2194584" cy="63971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Mindset</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9161" y="1523619"/>
            <a:ext cx="6219825" cy="4391025"/>
          </a:xfrm>
          <a:prstGeom prst="rect">
            <a:avLst/>
          </a:prstGeom>
        </p:spPr>
      </p:pic>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47</a:t>
            </a:r>
          </a:p>
        </p:txBody>
      </p:sp>
      <p:sp xmlns:p="http://schemas.openxmlformats.org/presentationml/2006/main" xmlns:a="http://schemas.openxmlformats.org/drawingml/2006/main">
        <p:nvSpPr>
          <p:cNvPr id="19" name="TEACH-embedded-student-prompt" descr="Student thinking and response directions"/>
          <p:cNvSpPr txBox="1"/>
          <p:nvPr/>
        </p:nvSpPr>
        <p:spPr>
          <a:xfrm>
            <a:off x="594360" y="32735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extLst>
      <p:ext uri="{BB962C8B-B14F-4D97-AF65-F5344CB8AC3E}">
        <p14:creationId xmlns:p14="http://schemas.microsoft.com/office/powerpoint/2010/main" val="10633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5" y="936099"/>
            <a:ext cx="6442708" cy="1449913"/>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What is the surface area of the prism shown?</a:t>
            </a:r>
          </a:p>
        </p:txBody>
      </p:sp>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pic>
        <p:nvPicPr>
          <p:cNvPr id="8" name="Picture 7">
            <a:extLst>
              <a:ext uri="{FF2B5EF4-FFF2-40B4-BE49-F238E27FC236}">
                <a16:creationId xmlns:a16="http://schemas.microsoft.com/office/drawing/2014/main" id="{06560E7E-8784-367D-9099-C879E425C89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565" y="4646461"/>
            <a:ext cx="7073900" cy="838200"/>
          </a:xfrm>
          <a:prstGeom prst="rect">
            <a:avLst/>
          </a:prstGeom>
        </p:spPr>
      </p:pic>
      <p:sp>
        <p:nvSpPr>
          <p:cNvPr id="11" name="Rectangle 10"/>
          <p:cNvSpPr/>
          <p:nvPr/>
        </p:nvSpPr>
        <p:spPr>
          <a:xfrm>
            <a:off x="3097018" y="4814163"/>
            <a:ext cx="6748775" cy="523220"/>
          </a:xfrm>
          <a:prstGeom prst="rect">
            <a:avLst/>
          </a:prstGeom>
        </p:spPr>
        <p:txBody>
          <a:bodyPr wrap="square">
            <a:spAutoFit/>
          </a:bodyPr>
          <a:lstStyle/>
          <a:p>
            <a:r>
              <a:rPr lang="en-IN" sz="2800" dirty="0">
                <a:latin typeface="Arial" pitchFamily="34" charset="0"/>
                <a:cs typeface="Arial" pitchFamily="34" charset="0"/>
              </a:rPr>
              <a:t>Using Structure </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Tree>
    <p:extLst>
      <p:ext uri="{BB962C8B-B14F-4D97-AF65-F5344CB8AC3E}">
        <p14:creationId xmlns:p14="http://schemas.microsoft.com/office/powerpoint/2010/main" val="20203394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6560E7E-8784-367D-9099-C879E425C89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565" y="4646461"/>
            <a:ext cx="7073900" cy="838200"/>
          </a:xfrm>
          <a:prstGeom prst="rect">
            <a:avLst/>
          </a:prstGeom>
        </p:spPr>
      </p:pic>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5" y="936099"/>
            <a:ext cx="6442708" cy="1449913"/>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What is the surface area of the prism shown?</a:t>
            </a:r>
          </a:p>
        </p:txBody>
      </p:sp>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p:nvSpPr>
          <p:cNvPr id="4" name="Rectangle 3"/>
          <p:cNvSpPr/>
          <p:nvPr/>
        </p:nvSpPr>
        <p:spPr>
          <a:xfrm>
            <a:off x="3097018" y="4814163"/>
            <a:ext cx="6748775" cy="523220"/>
          </a:xfrm>
          <a:prstGeom prst="rect">
            <a:avLst/>
          </a:prstGeom>
        </p:spPr>
        <p:txBody>
          <a:bodyPr wrap="square">
            <a:spAutoFit/>
          </a:bodyPr>
          <a:lstStyle/>
          <a:p>
            <a:r>
              <a:rPr lang="en-IN" sz="2800" dirty="0">
                <a:latin typeface="Arial" pitchFamily="34" charset="0"/>
                <a:cs typeface="Arial" pitchFamily="34" charset="0"/>
              </a:rPr>
              <a:t>Using Structure </a:t>
            </a:r>
          </a:p>
        </p:txBody>
      </p:sp>
      <p:sp>
        <p:nvSpPr>
          <p:cNvPr id="5" name="Rectangle 4"/>
          <p:cNvSpPr/>
          <p:nvPr/>
        </p:nvSpPr>
        <p:spPr>
          <a:xfrm>
            <a:off x="613152" y="5446173"/>
            <a:ext cx="9232641" cy="892552"/>
          </a:xfrm>
          <a:prstGeom prst="rect">
            <a:avLst/>
          </a:prstGeom>
        </p:spPr>
        <p:txBody>
          <a:bodyPr wrap="square">
            <a:spAutoFit/>
          </a:bodyPr>
          <a:lstStyle/>
          <a:p>
            <a:r>
              <a:rPr lang="en-US" sz="2600" dirty="0">
                <a:solidFill>
                  <a:schemeClr val="tx1">
                    <a:lumMod val="65000"/>
                    <a:lumOff val="35000"/>
                  </a:schemeClr>
                </a:solidFill>
                <a:latin typeface="Arial" pitchFamily="34" charset="0"/>
                <a:cs typeface="Arial" pitchFamily="34" charset="0"/>
              </a:rPr>
              <a:t>How can you organize the problem into pieces that you make sense of and to move forward?</a:t>
            </a:r>
            <a:endParaRPr lang="en-IN" sz="2600" dirty="0">
              <a:solidFill>
                <a:schemeClr val="tx1">
                  <a:lumMod val="65000"/>
                  <a:lumOff val="35000"/>
                </a:schemeClr>
              </a:solidFill>
              <a:latin typeface="Arial" pitchFamily="34" charset="0"/>
              <a:cs typeface="Arial" pitchFamily="34" charset="0"/>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47</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40782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extLst>
      <p:ext uri="{BB962C8B-B14F-4D97-AF65-F5344CB8AC3E}">
        <p14:creationId xmlns:p14="http://schemas.microsoft.com/office/powerpoint/2010/main" val="4717533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5" y="936000"/>
            <a:ext cx="6530598" cy="109741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What tool can you use to determine the surface area of the prism?</a:t>
            </a:r>
          </a:p>
        </p:txBody>
      </p:sp>
      <p:sp>
        <p:nvSpPr>
          <p:cNvPr id="7" name="Content Placeholder 2">
            <a:extLst>
              <a:ext uri="{FF2B5EF4-FFF2-40B4-BE49-F238E27FC236}">
                <a16:creationId xmlns:a16="http://schemas.microsoft.com/office/drawing/2014/main" id="{1688B19B-BA3C-7A74-37BA-7BD940263632}"/>
              </a:ext>
            </a:extLst>
          </p:cNvPr>
          <p:cNvSpPr txBox="1">
            <a:spLocks/>
          </p:cNvSpPr>
          <p:nvPr/>
        </p:nvSpPr>
        <p:spPr>
          <a:xfrm>
            <a:off x="484565" y="5214616"/>
            <a:ext cx="5960624" cy="114808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Tree>
    <p:extLst>
      <p:ext uri="{BB962C8B-B14F-4D97-AF65-F5344CB8AC3E}">
        <p14:creationId xmlns:p14="http://schemas.microsoft.com/office/powerpoint/2010/main" val="9436618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5" y="936000"/>
            <a:ext cx="6530598" cy="109741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What tool can you use to determine the surface area of the prism?</a:t>
            </a:r>
          </a:p>
        </p:txBody>
      </p:sp>
      <p:sp>
        <p:nvSpPr>
          <p:cNvPr id="12" name="Content Placeholder 2">
            <a:extLst>
              <a:ext uri="{FF2B5EF4-FFF2-40B4-BE49-F238E27FC236}">
                <a16:creationId xmlns:a16="http://schemas.microsoft.com/office/drawing/2014/main" id="{1688B19B-BA3C-7A74-37BA-7BD940263632}"/>
              </a:ext>
            </a:extLst>
          </p:cNvPr>
          <p:cNvSpPr txBox="1">
            <a:spLocks/>
          </p:cNvSpPr>
          <p:nvPr/>
        </p:nvSpPr>
        <p:spPr>
          <a:xfrm>
            <a:off x="484565" y="5214616"/>
            <a:ext cx="5960624" cy="1214759"/>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One tool we can use is a net.</a:t>
            </a:r>
            <a:endParaRPr lang="en-IN" sz="2800" dirty="0">
              <a:solidFill>
                <a:schemeClr val="tx1">
                  <a:lumMod val="65000"/>
                  <a:lumOff val="35000"/>
                </a:schemeClr>
              </a:solidFill>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
        <p:nvSpPr>
          <p:cNvPr id="7"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p:nvSpPr>
          <p:cNvPr id="15" name="EWL-COVER-1"/>
          <p:cNvSpPr/>
          <p:nvPr/>
        </p:nvSpPr>
        <p:spPr>
          <a:xfrm>
            <a:off x="429701" y="5159752"/>
            <a:ext cx="6070352" cy="1286768"/>
          </a:xfrm>
          <a:prstGeom prst="rect">
            <a:avLst/>
          </a:prstGeom>
          <a:solidFill>
            <a:srgbClr val="FFFFFF"/>
          </a:solidFill>
          <a:ln>
            <a:noFill/>
          </a:ln>
        </p:spPr>
        <p:txBody>
          <a:bodyPr/>
          <a:lstStyle/>
          <a:p/>
        </p:txBody>
      </p:sp>
    </p:spTree>
    <p:extLst>
      <p:ext uri="{BB962C8B-B14F-4D97-AF65-F5344CB8AC3E}">
        <p14:creationId xmlns:p14="http://schemas.microsoft.com/office/powerpoint/2010/main" val="179178582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15"/>
                                  </p:tgtEl>
                                  <p:attrNameLst>
                                    <p:attrName>style.visibility</p:attrName>
                                  </p:attrNameLst>
                                </p:cBhvr>
                                <p:to>
                                  <p:strVal val="hidden"/>
                                </p:to>
                              </p:set>
                            </p:childTnLst>
                          </p:cTn>
                        </p:par>
                      </p:childTnLst>
                    </p:cTn>
                  </p:par>
                </p:childTnLst>
              </p:cTn>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6000" y="936000"/>
            <a:ext cx="6500345" cy="142335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What are some defining attributes of the prism that can help you create a net of the figure?</a:t>
            </a:r>
          </a:p>
        </p:txBody>
      </p:sp>
      <p:sp>
        <p:nvSpPr>
          <p:cNvPr id="7" name="Content Placeholder 2">
            <a:extLst>
              <a:ext uri="{FF2B5EF4-FFF2-40B4-BE49-F238E27FC236}">
                <a16:creationId xmlns:a16="http://schemas.microsoft.com/office/drawing/2014/main" id="{1688B19B-BA3C-7A74-37BA-7BD940263632}"/>
              </a:ext>
            </a:extLst>
          </p:cNvPr>
          <p:cNvSpPr txBox="1">
            <a:spLocks/>
          </p:cNvSpPr>
          <p:nvPr/>
        </p:nvSpPr>
        <p:spPr>
          <a:xfrm>
            <a:off x="558276" y="3995416"/>
            <a:ext cx="6936119" cy="255778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sp>
        <p:nvSpPr>
          <p:cNvPr id="12" name="Title 1">
            <a:extLst>
              <a:ext uri="{FF2B5EF4-FFF2-40B4-BE49-F238E27FC236}">
                <a16:creationId xmlns:a16="http://schemas.microsoft.com/office/drawing/2014/main" id="{12E83F94-9935-BEB0-5E7D-65B91EE9D625}"/>
              </a:ext>
            </a:extLst>
          </p:cNvPr>
          <p:cNvSpPr txBox="1">
            <a:spLocks/>
          </p:cNvSpPr>
          <p:nvPr/>
        </p:nvSpPr>
        <p:spPr>
          <a:xfrm>
            <a:off x="484565" y="316034"/>
            <a:ext cx="5382835"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82DA0"/>
                </a:solidFill>
                <a:latin typeface="Arial"/>
                <a:cs typeface="Arial"/>
              </a:rPr>
              <a:t>    Collaborate and Connect</a:t>
            </a:r>
          </a:p>
        </p:txBody>
      </p:sp>
      <p:pic>
        <p:nvPicPr>
          <p:cNvPr id="2" name="Graphic 1">
            <a:extLst>
              <a:ext uri="{FF2B5EF4-FFF2-40B4-BE49-F238E27FC236}">
                <a16:creationId xmlns:a16="http://schemas.microsoft.com/office/drawing/2014/main" id="{B12FBE2C-FC72-7305-E3FC-4FCA878C68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3714" y="414982"/>
            <a:ext cx="353635" cy="340537"/>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Tree>
    <p:extLst>
      <p:ext uri="{BB962C8B-B14F-4D97-AF65-F5344CB8AC3E}">
        <p14:creationId xmlns:p14="http://schemas.microsoft.com/office/powerpoint/2010/main" val="34111267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6000" y="936000"/>
            <a:ext cx="6500345" cy="142335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What are some defining attributes of the prism that can help you create a net of the figure?</a:t>
            </a:r>
          </a:p>
        </p:txBody>
      </p:sp>
      <p:sp>
        <p:nvSpPr>
          <p:cNvPr id="15" name="Title 1">
            <a:extLst>
              <a:ext uri="{FF2B5EF4-FFF2-40B4-BE49-F238E27FC236}">
                <a16:creationId xmlns:a16="http://schemas.microsoft.com/office/drawing/2014/main" id="{12E83F94-9935-BEB0-5E7D-65B91EE9D625}"/>
              </a:ext>
            </a:extLst>
          </p:cNvPr>
          <p:cNvSpPr txBox="1">
            <a:spLocks/>
          </p:cNvSpPr>
          <p:nvPr/>
        </p:nvSpPr>
        <p:spPr>
          <a:xfrm>
            <a:off x="484565" y="316034"/>
            <a:ext cx="5382835"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82DA0"/>
                </a:solidFill>
                <a:latin typeface="Arial"/>
                <a:cs typeface="Arial"/>
              </a:rPr>
              <a:t>    Collaborate and Connect</a:t>
            </a:r>
          </a:p>
        </p:txBody>
      </p:sp>
      <p:sp>
        <p:nvSpPr>
          <p:cNvPr id="17" name="Content Placeholder 2">
            <a:extLst>
              <a:ext uri="{FF2B5EF4-FFF2-40B4-BE49-F238E27FC236}">
                <a16:creationId xmlns:a16="http://schemas.microsoft.com/office/drawing/2014/main" id="{1688B19B-BA3C-7A74-37BA-7BD940263632}"/>
              </a:ext>
            </a:extLst>
          </p:cNvPr>
          <p:cNvSpPr txBox="1">
            <a:spLocks/>
          </p:cNvSpPr>
          <p:nvPr/>
        </p:nvSpPr>
        <p:spPr>
          <a:xfrm>
            <a:off x="558276" y="3995416"/>
            <a:ext cx="6936119" cy="255778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The prism has two triangular bases that are congruent and parallel to each other, two congruent rectangular faces, and another rectangular face.</a:t>
            </a:r>
            <a:endParaRPr lang="en-IN" sz="2800" dirty="0">
              <a:solidFill>
                <a:schemeClr val="tx1">
                  <a:lumMod val="65000"/>
                  <a:lumOff val="35000"/>
                </a:schemeClr>
              </a:solidFill>
              <a:latin typeface="Arial" pitchFamily="34" charset="0"/>
              <a:cs typeface="Arial" pitchFamily="34" charset="0"/>
            </a:endParaRPr>
          </a:p>
        </p:txBody>
      </p:sp>
      <p:pic>
        <p:nvPicPr>
          <p:cNvPr id="2" name="Graphic 1">
            <a:extLst>
              <a:ext uri="{FF2B5EF4-FFF2-40B4-BE49-F238E27FC236}">
                <a16:creationId xmlns:a16="http://schemas.microsoft.com/office/drawing/2014/main" id="{5FE1CC12-73BB-1A52-DD84-E16C757897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3714" y="414982"/>
            <a:ext cx="353635" cy="340537"/>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
        <p:nvSpPr>
          <p:cNvPr id="18" name="EWL-COVER-1"/>
          <p:cNvSpPr/>
          <p:nvPr/>
        </p:nvSpPr>
        <p:spPr>
          <a:xfrm>
            <a:off x="503412" y="3940552"/>
            <a:ext cx="7045847" cy="2505968"/>
          </a:xfrm>
          <a:prstGeom prst="rect">
            <a:avLst/>
          </a:prstGeom>
          <a:solidFill>
            <a:srgbClr val="FFFFFF"/>
          </a:solidFill>
          <a:ln>
            <a:noFill/>
          </a:ln>
        </p:spPr>
        <p:txBody>
          <a:bodyPr/>
          <a:lstStyle/>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47</a:t>
            </a:r>
          </a:p>
        </p:txBody>
      </p:sp>
      <p:sp>
        <p:nvSpPr>
          <p:cNvPr id="2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21" name="TEACH-embedded-student-prompt" descr="Student thinking and response directions"/>
          <p:cNvSpPr txBox="1"/>
          <p:nvPr/>
        </p:nvSpPr>
        <p:spPr>
          <a:xfrm>
            <a:off x="594360" y="30358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a:t>
            </a:r>
            <a:endParaRPr lang="en-US" sz="2000"/>
          </a:p>
          <a:p>
            <a:pPr>
              <a:lnSpc>
                <a:spcPts val="2400"/>
              </a:lnSpc>
              <a:buNone/>
            </a:pPr>
            <a:r>
              <a:rPr lang="en-US" sz="2000">
                <a:solidFill>
                  <a:srgbClr val="174D60"/>
                </a:solidFill>
                <a:latin typeface="Arial"/>
              </a:rPr>
              <a:t>Switch roles; both revise.</a:t>
            </a:r>
            <a:endParaRPr lang="en-US" sz="2000"/>
          </a:p>
        </p:txBody>
      </p:sp>
    </p:spTree>
    <p:extLst>
      <p:ext uri="{BB962C8B-B14F-4D97-AF65-F5344CB8AC3E}">
        <p14:creationId xmlns:p14="http://schemas.microsoft.com/office/powerpoint/2010/main" val="249334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6000" y="936000"/>
            <a:ext cx="6732218" cy="2246769"/>
          </a:xfrm>
          <a:prstGeom prst="rect">
            <a:avLst/>
          </a:prstGeom>
        </p:spPr>
        <p:txBody>
          <a:bodyPr wrap="square">
            <a:spAutoFit/>
          </a:bodyPr>
          <a:lstStyle/>
          <a:p>
            <a:r>
              <a:rPr lang="en-US" sz="2800" dirty="0">
                <a:latin typeface="Arial" pitchFamily="34" charset="0"/>
                <a:cs typeface="Arial" pitchFamily="34" charset="0"/>
              </a:rPr>
              <a:t>This is a triangular prism. It has two triangular bases that are congruent and parallel to each other, two congruent rectangular faces, and another rectangular face.</a:t>
            </a:r>
            <a:endParaRPr lang="en-IN" sz="2800" dirty="0">
              <a:latin typeface="Arial" pitchFamily="34" charset="0"/>
              <a:cs typeface="Arial" pitchFamily="34" charset="0"/>
            </a:endParaRPr>
          </a:p>
        </p:txBody>
      </p:sp>
      <p:sp>
        <p:nvSpPr>
          <p:cNvPr id="10" name="Content Placeholder 2">
            <a:extLst>
              <a:ext uri="{FF2B5EF4-FFF2-40B4-BE49-F238E27FC236}">
                <a16:creationId xmlns:a16="http://schemas.microsoft.com/office/drawing/2014/main" id="{F4FFF2A7-2678-8829-6A24-F75A58F64C87}"/>
              </a:ext>
            </a:extLst>
          </p:cNvPr>
          <p:cNvSpPr txBox="1">
            <a:spLocks/>
          </p:cNvSpPr>
          <p:nvPr/>
        </p:nvSpPr>
        <p:spPr>
          <a:xfrm>
            <a:off x="486000" y="4770454"/>
            <a:ext cx="6991125" cy="167210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chemeClr val="bg1"/>
                </a:solidFill>
                <a:highlight>
                  <a:srgbClr val="1E2682"/>
                </a:highlight>
                <a:latin typeface="Arial" panose="020B0604020202020204" pitchFamily="34" charset="0"/>
                <a:cs typeface="Arial" panose="020B0604020202020204" pitchFamily="34" charset="0"/>
              </a:rPr>
              <a:t> Think About It</a:t>
            </a:r>
            <a:r>
              <a:rPr lang="en-US" sz="2800" b="1" dirty="0">
                <a:solidFill>
                  <a:srgbClr val="1E2682"/>
                </a:solidFill>
                <a:highlight>
                  <a:srgbClr val="1E2682"/>
                </a:highlight>
                <a:latin typeface="Arial" panose="020B0604020202020204" pitchFamily="34" charset="0"/>
                <a:cs typeface="Arial" panose="020B0604020202020204" pitchFamily="34" charset="0"/>
              </a:rPr>
              <a:t>:</a:t>
            </a:r>
            <a:r>
              <a:rPr lang="en-US" sz="2800" b="1" dirty="0">
                <a:solidFill>
                  <a:schemeClr val="bg1"/>
                </a:solidFill>
                <a:highlight>
                  <a:srgbClr val="1E2682"/>
                </a:highlight>
                <a:latin typeface="Arial" panose="020B0604020202020204" pitchFamily="34" charset="0"/>
                <a:cs typeface="Arial" panose="020B0604020202020204" pitchFamily="34" charset="0"/>
              </a:rPr>
              <a:t> </a:t>
            </a:r>
          </a:p>
          <a:p>
            <a:pPr>
              <a:spcBef>
                <a:spcPts val="600"/>
              </a:spcBef>
            </a:pPr>
            <a:endParaRPr lang="en-US" sz="2800"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
        <p:nvSpPr>
          <p:cNvPr id="7"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Tree>
    <p:extLst>
      <p:ext uri="{BB962C8B-B14F-4D97-AF65-F5344CB8AC3E}">
        <p14:creationId xmlns:p14="http://schemas.microsoft.com/office/powerpoint/2010/main" val="32668607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6000" y="936000"/>
            <a:ext cx="6732218" cy="2246769"/>
          </a:xfrm>
          <a:prstGeom prst="rect">
            <a:avLst/>
          </a:prstGeom>
        </p:spPr>
        <p:txBody>
          <a:bodyPr wrap="square">
            <a:spAutoFit/>
          </a:bodyPr>
          <a:lstStyle/>
          <a:p>
            <a:r>
              <a:rPr lang="en-US" sz="2800" dirty="0">
                <a:latin typeface="Arial" pitchFamily="34" charset="0"/>
                <a:cs typeface="Arial" pitchFamily="34" charset="0"/>
              </a:rPr>
              <a:t>This is a triangular prism. It has two triangular bases that are congruent and parallel to each other, two congruent rectangular faces, and another rectangular face.</a:t>
            </a:r>
            <a:endParaRPr lang="en-IN" sz="2800" dirty="0">
              <a:latin typeface="Arial" pitchFamily="34" charset="0"/>
              <a:cs typeface="Arial" pitchFamily="34" charset="0"/>
            </a:endParaRPr>
          </a:p>
        </p:txBody>
      </p:sp>
      <p:sp>
        <p:nvSpPr>
          <p:cNvPr id="10" name="Content Placeholder 2">
            <a:extLst>
              <a:ext uri="{FF2B5EF4-FFF2-40B4-BE49-F238E27FC236}">
                <a16:creationId xmlns:a16="http://schemas.microsoft.com/office/drawing/2014/main" id="{F4FFF2A7-2678-8829-6A24-F75A58F64C87}"/>
              </a:ext>
            </a:extLst>
          </p:cNvPr>
          <p:cNvSpPr txBox="1">
            <a:spLocks/>
          </p:cNvSpPr>
          <p:nvPr/>
        </p:nvSpPr>
        <p:spPr>
          <a:xfrm>
            <a:off x="486000" y="4770454"/>
            <a:ext cx="6991125" cy="167210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chemeClr val="bg1"/>
                </a:solidFill>
                <a:highlight>
                  <a:srgbClr val="1E2682"/>
                </a:highlight>
                <a:latin typeface="Arial" panose="020B0604020202020204" pitchFamily="34" charset="0"/>
                <a:cs typeface="Arial" panose="020B0604020202020204" pitchFamily="34" charset="0"/>
              </a:rPr>
              <a:t> Think About It</a:t>
            </a:r>
            <a:r>
              <a:rPr lang="en-US" sz="2800" b="1" dirty="0">
                <a:solidFill>
                  <a:srgbClr val="1E2682"/>
                </a:solidFill>
                <a:highlight>
                  <a:srgbClr val="1E2682"/>
                </a:highlight>
                <a:latin typeface="Arial" panose="020B0604020202020204" pitchFamily="34" charset="0"/>
                <a:cs typeface="Arial" panose="020B0604020202020204" pitchFamily="34" charset="0"/>
              </a:rPr>
              <a:t>:</a:t>
            </a:r>
            <a:r>
              <a:rPr lang="en-US" sz="2800" b="1" dirty="0">
                <a:solidFill>
                  <a:schemeClr val="bg1"/>
                </a:solidFill>
                <a:highlight>
                  <a:srgbClr val="1E2682"/>
                </a:highlight>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itchFamily="34" charset="0"/>
                <a:cs typeface="Arial" pitchFamily="34" charset="0"/>
              </a:rPr>
              <a:t>Why do you think the prism is called a </a:t>
            </a:r>
            <a:r>
              <a:rPr lang="en-US" sz="2800" i="1" dirty="0">
                <a:solidFill>
                  <a:schemeClr val="tx1">
                    <a:lumMod val="65000"/>
                    <a:lumOff val="35000"/>
                  </a:schemeClr>
                </a:solidFill>
                <a:latin typeface="Arial" pitchFamily="34" charset="0"/>
                <a:cs typeface="Arial" pitchFamily="34" charset="0"/>
              </a:rPr>
              <a:t>triangular</a:t>
            </a:r>
            <a:r>
              <a:rPr lang="en-US" sz="2800" dirty="0">
                <a:solidFill>
                  <a:schemeClr val="tx1">
                    <a:lumMod val="65000"/>
                    <a:lumOff val="35000"/>
                  </a:schemeClr>
                </a:solidFill>
                <a:latin typeface="Arial" pitchFamily="34" charset="0"/>
                <a:cs typeface="Arial" pitchFamily="34" charset="0"/>
              </a:rPr>
              <a:t> prism?</a:t>
            </a:r>
            <a:endParaRPr lang="en-IN" sz="2800" dirty="0">
              <a:solidFill>
                <a:schemeClr val="tx1">
                  <a:lumMod val="65000"/>
                  <a:lumOff val="35000"/>
                </a:schemeClr>
              </a:solidFill>
              <a:latin typeface="Arial" pitchFamily="34" charset="0"/>
              <a:cs typeface="Arial" pitchFamily="34" charset="0"/>
            </a:endParaRPr>
          </a:p>
          <a:p>
            <a:pPr>
              <a:spcBef>
                <a:spcPts val="600"/>
              </a:spcBef>
            </a:pPr>
            <a:endParaRPr lang="en-US" sz="2800"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
        <p:nvSpPr>
          <p:cNvPr id="7"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47</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extLst>
      <p:ext uri="{BB962C8B-B14F-4D97-AF65-F5344CB8AC3E}">
        <p14:creationId xmlns:p14="http://schemas.microsoft.com/office/powerpoint/2010/main" val="1295595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6000" y="935999"/>
            <a:ext cx="6662945" cy="179334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What do you need to know about the faces to create the net?</a:t>
            </a:r>
          </a:p>
        </p:txBody>
      </p:sp>
      <p:sp>
        <p:nvSpPr>
          <p:cNvPr id="7" name="Content Placeholder 2">
            <a:extLst>
              <a:ext uri="{FF2B5EF4-FFF2-40B4-BE49-F238E27FC236}">
                <a16:creationId xmlns:a16="http://schemas.microsoft.com/office/drawing/2014/main" id="{1688B19B-BA3C-7A74-37BA-7BD940263632}"/>
              </a:ext>
            </a:extLst>
          </p:cNvPr>
          <p:cNvSpPr txBox="1">
            <a:spLocks/>
          </p:cNvSpPr>
          <p:nvPr/>
        </p:nvSpPr>
        <p:spPr>
          <a:xfrm>
            <a:off x="486000" y="4862191"/>
            <a:ext cx="6905400"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Tree>
    <p:extLst>
      <p:ext uri="{BB962C8B-B14F-4D97-AF65-F5344CB8AC3E}">
        <p14:creationId xmlns:p14="http://schemas.microsoft.com/office/powerpoint/2010/main" val="1073126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6000" y="935999"/>
            <a:ext cx="6662945" cy="179334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What do you need to know about the faces to create the net?</a:t>
            </a:r>
          </a:p>
        </p:txBody>
      </p:sp>
      <p:sp>
        <p:nvSpPr>
          <p:cNvPr id="12" name="Content Placeholder 2">
            <a:extLst>
              <a:ext uri="{FF2B5EF4-FFF2-40B4-BE49-F238E27FC236}">
                <a16:creationId xmlns:a16="http://schemas.microsoft.com/office/drawing/2014/main" id="{1688B19B-BA3C-7A74-37BA-7BD940263632}"/>
              </a:ext>
            </a:extLst>
          </p:cNvPr>
          <p:cNvSpPr txBox="1">
            <a:spLocks/>
          </p:cNvSpPr>
          <p:nvPr/>
        </p:nvSpPr>
        <p:spPr>
          <a:xfrm>
            <a:off x="486000" y="4862191"/>
            <a:ext cx="7495950" cy="155004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anose="020B0604020202020204" pitchFamily="34" charset="0"/>
                <a:cs typeface="Arial" panose="020B0604020202020204" pitchFamily="34" charset="0"/>
              </a:rPr>
              <a:t>We need to know the shapes and dimensions of the faces.</a:t>
            </a:r>
            <a:endParaRPr lang="en-IN" sz="2800" dirty="0">
              <a:solidFill>
                <a:schemeClr val="tx1">
                  <a:lumMod val="65000"/>
                  <a:lumOff val="35000"/>
                </a:schemeClr>
              </a:solidFill>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
        <p:nvSpPr>
          <p:cNvPr id="7"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p:nvSpPr>
          <p:cNvPr id="15" name="EWL-COVER-1"/>
          <p:cNvSpPr/>
          <p:nvPr/>
        </p:nvSpPr>
        <p:spPr>
          <a:xfrm>
            <a:off x="431136" y="4807327"/>
            <a:ext cx="7605678" cy="1639193"/>
          </a:xfrm>
          <a:prstGeom prst="rect">
            <a:avLst/>
          </a:prstGeom>
          <a:solidFill>
            <a:srgbClr val="FFFFFF"/>
          </a:solidFill>
          <a:ln>
            <a:noFill/>
          </a:ln>
        </p:spPr>
        <p:txBody>
          <a:bodyPr/>
          <a:lstStyle/>
          <a:p/>
        </p:txBody>
      </p:sp>
    </p:spTree>
    <p:extLst>
      <p:ext uri="{BB962C8B-B14F-4D97-AF65-F5344CB8AC3E}">
        <p14:creationId xmlns:p14="http://schemas.microsoft.com/office/powerpoint/2010/main" val="4132985031"/>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15"/>
                                  </p:tgtEl>
                                  <p:attrNameLst>
                                    <p:attrName>style.visibility</p:attrName>
                                  </p:attrNameLst>
                                </p:cBhvr>
                                <p:to>
                                  <p:strVal val="hidden"/>
                                </p:to>
                              </p:set>
                            </p:childTnLst>
                          </p:cTn>
                        </p:par>
                      </p:childTnLst>
                    </p:cTn>
                  </p:par>
                </p:childTnLst>
              </p:cTn>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6001" y="936000"/>
            <a:ext cx="6372000" cy="954107"/>
          </a:xfrm>
          <a:prstGeom prst="rect">
            <a:avLst/>
          </a:prstGeom>
        </p:spPr>
        <p:txBody>
          <a:bodyPr wrap="square">
            <a:spAutoFit/>
          </a:bodyPr>
          <a:lstStyle/>
          <a:p>
            <a:r>
              <a:rPr lang="en-US" sz="2800" dirty="0">
                <a:latin typeface="Arial" pitchFamily="34" charset="0"/>
                <a:cs typeface="Arial" pitchFamily="34" charset="0"/>
              </a:rPr>
              <a:t>The bottom side is a 20-centimeter by 12-centimeter rectangle.</a:t>
            </a:r>
          </a:p>
        </p:txBody>
      </p:sp>
      <p:sp>
        <p:nvSpPr>
          <p:cNvPr id="4" name="TextBox 3">
            <a:extLst>
              <a:ext uri="{FF2B5EF4-FFF2-40B4-BE49-F238E27FC236}">
                <a16:creationId xmlns:a16="http://schemas.microsoft.com/office/drawing/2014/main" id="{8654BE1A-EA2B-642B-2B4B-A6A7326F022D}"/>
              </a:ext>
            </a:extLst>
          </p:cNvPr>
          <p:cNvSpPr txBox="1"/>
          <p:nvPr/>
        </p:nvSpPr>
        <p:spPr>
          <a:xfrm>
            <a:off x="484565" y="2140741"/>
            <a:ext cx="3575371" cy="523220"/>
          </a:xfrm>
          <a:prstGeom prst="rect">
            <a:avLst/>
          </a:prstGeom>
          <a:noFill/>
        </p:spPr>
        <p:txBody>
          <a:bodyPr wrap="square">
            <a:spAutoFit/>
          </a:bodyPr>
          <a:lstStyle/>
          <a:p>
            <a:r>
              <a:rPr lang="en-US" sz="2800" dirty="0">
                <a:latin typeface="Arial" pitchFamily="34" charset="0"/>
                <a:cs typeface="Arial" pitchFamily="34" charset="0"/>
              </a:rPr>
              <a:t>​</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4355" y="1890107"/>
            <a:ext cx="9023290" cy="4320000"/>
          </a:xfrm>
          <a:prstGeom prst="rect">
            <a:avLst/>
          </a:prstGeom>
        </p:spPr>
      </p:pic>
      <p:sp>
        <p:nvSpPr>
          <p:cNvPr id="8"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47</a:t>
            </a:r>
          </a:p>
        </p:txBody>
      </p:sp>
    </p:spTree>
    <p:extLst>
      <p:ext uri="{BB962C8B-B14F-4D97-AF65-F5344CB8AC3E}">
        <p14:creationId xmlns:p14="http://schemas.microsoft.com/office/powerpoint/2010/main" val="34424499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654BE1A-EA2B-642B-2B4B-A6A7326F022D}"/>
              </a:ext>
            </a:extLst>
          </p:cNvPr>
          <p:cNvSpPr txBox="1"/>
          <p:nvPr/>
        </p:nvSpPr>
        <p:spPr>
          <a:xfrm>
            <a:off x="484565" y="2140741"/>
            <a:ext cx="3575371" cy="523220"/>
          </a:xfrm>
          <a:prstGeom prst="rect">
            <a:avLst/>
          </a:prstGeom>
          <a:noFill/>
        </p:spPr>
        <p:txBody>
          <a:bodyPr wrap="square">
            <a:spAutoFit/>
          </a:bodyPr>
          <a:lstStyle/>
          <a:p>
            <a:r>
              <a:rPr lang="en-US" sz="2800" dirty="0">
                <a:latin typeface="Arial" pitchFamily="34" charset="0"/>
                <a:cs typeface="Arial" pitchFamily="34" charset="0"/>
              </a:rPr>
              <a:t>​</a:t>
            </a:r>
          </a:p>
        </p:txBody>
      </p:sp>
      <p:sp>
        <p:nvSpPr>
          <p:cNvPr id="3" name="Content Placeholder 2">
            <a:extLst>
              <a:ext uri="{FF2B5EF4-FFF2-40B4-BE49-F238E27FC236}">
                <a16:creationId xmlns:a16="http://schemas.microsoft.com/office/drawing/2014/main" id="{A0469D38-44EA-B296-F41E-8A9662CEA387}"/>
              </a:ext>
            </a:extLst>
          </p:cNvPr>
          <p:cNvSpPr txBox="1">
            <a:spLocks/>
          </p:cNvSpPr>
          <p:nvPr/>
        </p:nvSpPr>
        <p:spPr>
          <a:xfrm>
            <a:off x="484565" y="873346"/>
            <a:ext cx="7248324" cy="112057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chemeClr val="bg1"/>
                </a:solidFill>
                <a:highlight>
                  <a:srgbClr val="1E2682"/>
                </a:highlight>
                <a:latin typeface="Arial" panose="020B0604020202020204" pitchFamily="34" charset="0"/>
                <a:cs typeface="Arial" panose="020B0604020202020204" pitchFamily="34" charset="0"/>
              </a:rPr>
              <a:t> Think About It</a:t>
            </a:r>
            <a:r>
              <a:rPr lang="en-US" sz="2800" b="1" dirty="0">
                <a:solidFill>
                  <a:srgbClr val="1E2682"/>
                </a:solidFill>
                <a:highlight>
                  <a:srgbClr val="1E2682"/>
                </a:highlight>
                <a:latin typeface="Arial" panose="020B0604020202020204" pitchFamily="34" charset="0"/>
                <a:cs typeface="Arial" panose="020B0604020202020204" pitchFamily="34" charset="0"/>
              </a:rPr>
              <a:t>:</a:t>
            </a:r>
            <a:r>
              <a:rPr lang="en-US" sz="2800" b="1" dirty="0">
                <a:solidFill>
                  <a:schemeClr val="bg1"/>
                </a:solidFill>
                <a:highlight>
                  <a:srgbClr val="1E2682"/>
                </a:highlight>
                <a:latin typeface="Arial" panose="020B0604020202020204" pitchFamily="34" charset="0"/>
                <a:cs typeface="Arial" panose="020B0604020202020204" pitchFamily="34" charset="0"/>
              </a:rPr>
              <a:t> </a:t>
            </a:r>
          </a:p>
          <a:p>
            <a:r>
              <a:rPr lang="en-US" sz="2800" dirty="0">
                <a:solidFill>
                  <a:schemeClr val="tx1">
                    <a:lumMod val="65000"/>
                    <a:lumOff val="35000"/>
                  </a:schemeClr>
                </a:solidFill>
                <a:latin typeface="Arial" panose="020B0604020202020204" pitchFamily="34" charset="0"/>
                <a:cs typeface="Arial" panose="020B0604020202020204" pitchFamily="34" charset="0"/>
              </a:rPr>
              <a:t>What does one unit represent on the grid?</a:t>
            </a:r>
            <a:endParaRPr lang="en-IN" sz="2800" dirty="0">
              <a:solidFill>
                <a:schemeClr val="tx1">
                  <a:lumMod val="65000"/>
                  <a:lumOff val="35000"/>
                </a:schemeClr>
              </a:solidFill>
              <a:latin typeface="Arial" pitchFamily="34" charset="0"/>
              <a:cs typeface="Arial" pitchFamily="34" charset="0"/>
            </a:endParaRPr>
          </a:p>
          <a:p>
            <a:pPr>
              <a:spcBef>
                <a:spcPts val="600"/>
              </a:spcBef>
            </a:pPr>
            <a:endParaRPr lang="en-US" sz="2800"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4355" y="2004407"/>
            <a:ext cx="9023290" cy="4320000"/>
          </a:xfrm>
          <a:prstGeom prst="rect">
            <a:avLst/>
          </a:prstGeom>
        </p:spPr>
      </p:pic>
      <p:sp>
        <p:nvSpPr>
          <p:cNvPr id="8"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Tree>
    <p:extLst>
      <p:ext uri="{BB962C8B-B14F-4D97-AF65-F5344CB8AC3E}">
        <p14:creationId xmlns:p14="http://schemas.microsoft.com/office/powerpoint/2010/main" val="16790293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86001" y="936000"/>
            <a:ext cx="7802594" cy="954107"/>
          </a:xfrm>
          <a:prstGeom prst="rect">
            <a:avLst/>
          </a:prstGeom>
        </p:spPr>
        <p:txBody>
          <a:bodyPr wrap="square">
            <a:spAutoFit/>
          </a:bodyPr>
          <a:lstStyle/>
          <a:p>
            <a:r>
              <a:rPr lang="en-US" sz="2800" dirty="0">
                <a:latin typeface="Arial" pitchFamily="34" charset="0"/>
                <a:cs typeface="Arial" pitchFamily="34" charset="0"/>
              </a:rPr>
              <a:t>The two triangular bases each have a base of 12 centimeters and a height of 8 centimeters.​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4000" y="1890000"/>
            <a:ext cx="9023290" cy="432000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Tree>
    <p:extLst>
      <p:ext uri="{BB962C8B-B14F-4D97-AF65-F5344CB8AC3E}">
        <p14:creationId xmlns:p14="http://schemas.microsoft.com/office/powerpoint/2010/main" val="39517534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86000" y="936000"/>
            <a:ext cx="6932439" cy="954107"/>
          </a:xfrm>
          <a:prstGeom prst="rect">
            <a:avLst/>
          </a:prstGeom>
        </p:spPr>
        <p:txBody>
          <a:bodyPr wrap="square">
            <a:spAutoFit/>
          </a:bodyPr>
          <a:lstStyle/>
          <a:p>
            <a:r>
              <a:rPr lang="en-US" sz="2800" dirty="0">
                <a:latin typeface="Arial" pitchFamily="34" charset="0"/>
                <a:cs typeface="Arial" pitchFamily="34" charset="0"/>
              </a:rPr>
              <a:t>The two other sides are 10-centimeter by 20-centimeter rectangles.​​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4000" y="1890000"/>
            <a:ext cx="9023290" cy="4320000"/>
          </a:xfrm>
          <a:prstGeom prst="rect">
            <a:avLst/>
          </a:prstGeom>
        </p:spPr>
      </p:pic>
      <p:sp>
        <p:nvSpPr>
          <p:cNvPr id="6"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47</a:t>
            </a:r>
          </a:p>
        </p:txBody>
      </p:sp>
    </p:spTree>
    <p:extLst>
      <p:ext uri="{BB962C8B-B14F-4D97-AF65-F5344CB8AC3E}">
        <p14:creationId xmlns:p14="http://schemas.microsoft.com/office/powerpoint/2010/main" val="36226764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D7D5C8EC-F1EF-6146-850F-128719B25F22}"/>
              </a:ext>
            </a:extLst>
          </p:cNvPr>
          <p:cNvSpPr txBox="1">
            <a:spLocks/>
          </p:cNvSpPr>
          <p:nvPr/>
        </p:nvSpPr>
        <p:spPr>
          <a:xfrm>
            <a:off x="484565" y="839863"/>
            <a:ext cx="8159372" cy="105013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How can you find the surface area of the triangular prism?</a:t>
            </a:r>
          </a:p>
        </p:txBody>
      </p:sp>
      <p:grpSp>
        <p:nvGrpSpPr>
          <p:cNvPr id="3" name="Group 2">
            <a:extLst>
              <a:ext uri="{FF2B5EF4-FFF2-40B4-BE49-F238E27FC236}">
                <a16:creationId xmlns:a16="http://schemas.microsoft.com/office/drawing/2014/main" id="{93BE714E-56C4-67B6-C486-06FA2145CB5B}"/>
              </a:ext>
            </a:extLst>
          </p:cNvPr>
          <p:cNvGrpSpPr/>
          <p:nvPr/>
        </p:nvGrpSpPr>
        <p:grpSpPr>
          <a:xfrm>
            <a:off x="1584000" y="1890000"/>
            <a:ext cx="8141881" cy="4320000"/>
            <a:chOff x="2331783" y="2491854"/>
            <a:chExt cx="8141881" cy="3866850"/>
          </a:xfrm>
        </p:grpSpPr>
        <p:pic>
          <p:nvPicPr>
            <p:cNvPr id="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331783" y="2491854"/>
              <a:ext cx="5177164" cy="386685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p:cNvPicPr>
              <a:picLocks noChangeAspect="1" noChangeArrowheads="1"/>
            </p:cNvPicPr>
            <p:nvPr/>
          </p:nvPicPr>
          <p:blipFill>
            <a:blip r:embed="rId3">
              <a:extLst>
                <a:ext uri="{28A0092B-C50C-407E-A947-70E740481C1C}">
                  <a14:useLocalDpi xmlns:a14="http://schemas.microsoft.com/office/drawing/2010/main" val="0"/>
                </a:ext>
              </a:extLst>
            </a:blip>
            <a:stretch/>
          </p:blipFill>
          <p:spPr bwMode="auto">
            <a:xfrm>
              <a:off x="7627395" y="3473245"/>
              <a:ext cx="2846269" cy="1322786"/>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Tree>
    <p:extLst>
      <p:ext uri="{BB962C8B-B14F-4D97-AF65-F5344CB8AC3E}">
        <p14:creationId xmlns:p14="http://schemas.microsoft.com/office/powerpoint/2010/main" val="17453481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D7D5C8EC-F1EF-6146-850F-128719B25F22}"/>
              </a:ext>
            </a:extLst>
          </p:cNvPr>
          <p:cNvSpPr txBox="1">
            <a:spLocks/>
          </p:cNvSpPr>
          <p:nvPr/>
        </p:nvSpPr>
        <p:spPr>
          <a:xfrm>
            <a:off x="484565" y="936000"/>
            <a:ext cx="8159372" cy="105013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r>
              <a:rPr lang="en-US" sz="2800" dirty="0">
                <a:solidFill>
                  <a:schemeClr val="tx1"/>
                </a:solidFill>
                <a:latin typeface="Arial" panose="020B0604020202020204" pitchFamily="34" charset="0"/>
                <a:cs typeface="Arial" panose="020B0604020202020204" pitchFamily="34" charset="0"/>
              </a:rPr>
              <a:t>We can use the area formulas for triangles and rectangles to find the area of each face.</a:t>
            </a: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C0911898-CB92-EF0C-B7EB-EC8E7205FF0C}"/>
              </a:ext>
            </a:extLst>
          </p:cNvPr>
          <p:cNvGrpSpPr/>
          <p:nvPr/>
        </p:nvGrpSpPr>
        <p:grpSpPr>
          <a:xfrm>
            <a:off x="1971675" y="1973553"/>
            <a:ext cx="8141881" cy="3866850"/>
            <a:chOff x="2331783" y="2491854"/>
            <a:chExt cx="8141881" cy="3866850"/>
          </a:xfrm>
        </p:grpSpPr>
        <p:pic>
          <p:nvPicPr>
            <p:cNvPr id="3" name="Picture 2">
              <a:extLst>
                <a:ext uri="{FF2B5EF4-FFF2-40B4-BE49-F238E27FC236}">
                  <a16:creationId xmlns:a16="http://schemas.microsoft.com/office/drawing/2014/main" id="{C720D3F9-5D95-A778-FF7C-24CB3B34C4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331783" y="2491854"/>
              <a:ext cx="5177164" cy="38668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71C3652B-60B5-EDA7-8027-F3E137514EA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p:blipFill>
          <p:spPr bwMode="auto">
            <a:xfrm>
              <a:off x="7627395" y="3473245"/>
              <a:ext cx="2846269" cy="1322786"/>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D17C4006-E5A4-2BCA-62A1-24C9F9172B8C}"/>
              </a:ext>
            </a:extLst>
          </p:cNvPr>
          <p:cNvSpPr txBox="1"/>
          <p:nvPr/>
        </p:nvSpPr>
        <p:spPr>
          <a:xfrm>
            <a:off x="484565" y="5866892"/>
            <a:ext cx="10606221"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And then add the areas of each face to find the surface area. </a:t>
            </a:r>
          </a:p>
        </p:txBody>
      </p:sp>
      <p:sp>
        <p:nvSpPr>
          <p:cNvPr id="8"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47</a:t>
            </a:r>
          </a:p>
        </p:txBody>
      </p:sp>
    </p:spTree>
    <p:extLst>
      <p:ext uri="{BB962C8B-B14F-4D97-AF65-F5344CB8AC3E}">
        <p14:creationId xmlns:p14="http://schemas.microsoft.com/office/powerpoint/2010/main" val="20968293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6000" y="936000"/>
            <a:ext cx="7353077" cy="954107"/>
          </a:xfrm>
          <a:prstGeom prst="rect">
            <a:avLst/>
          </a:prstGeom>
        </p:spPr>
        <p:txBody>
          <a:bodyPr wrap="square">
            <a:spAutoFit/>
          </a:bodyPr>
          <a:lstStyle/>
          <a:p>
            <a:r>
              <a:rPr lang="en-US" sz="2800" dirty="0">
                <a:latin typeface="Arial" pitchFamily="34" charset="0"/>
                <a:cs typeface="Arial" pitchFamily="34" charset="0"/>
              </a:rPr>
              <a:t>Let’s find the area of each face of the triangular prism.</a:t>
            </a:r>
            <a:endParaRPr lang="en-IN" sz="28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01DEFB8-E3CC-2681-C7F5-6BC61BDA05A0}"/>
                  </a:ext>
                </a:extLst>
              </p:cNvPr>
              <p:cNvSpPr txBox="1"/>
              <p:nvPr/>
            </p:nvSpPr>
            <p:spPr>
              <a:xfrm>
                <a:off x="569051" y="2000947"/>
                <a:ext cx="6203223" cy="4250138"/>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Area of each triangular base:</a:t>
                </a:r>
              </a:p>
              <a:p>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cs typeface="Arial" panose="020B0604020202020204" pitchFamily="34" charset="0"/>
                        </a:rPr>
                        <m:t>𝐴</m:t>
                      </m:r>
                      <m:r>
                        <a:rPr lang="en-US" sz="2800" b="0" i="1" smtClean="0">
                          <a:latin typeface="Cambria Math" panose="02040503050406030204" pitchFamily="18" charset="0"/>
                          <a:cs typeface="Arial" panose="020B0604020202020204" pitchFamily="34" charset="0"/>
                        </a:rPr>
                        <m:t>=</m:t>
                      </m:r>
                      <m:f>
                        <m:fPr>
                          <m:ctrlPr>
                            <a:rPr lang="en-US" sz="2800" b="0" i="1" smtClean="0">
                              <a:latin typeface="Cambria Math" panose="02040503050406030204" pitchFamily="18" charset="0"/>
                              <a:cs typeface="Arial" panose="020B0604020202020204" pitchFamily="34" charset="0"/>
                            </a:rPr>
                          </m:ctrlPr>
                        </m:fPr>
                        <m:num>
                          <m:r>
                            <a:rPr lang="en-US" sz="2800" b="0" i="1" smtClean="0">
                              <a:latin typeface="Cambria Math" panose="02040503050406030204" pitchFamily="18" charset="0"/>
                              <a:cs typeface="Arial" panose="020B0604020202020204" pitchFamily="34" charset="0"/>
                            </a:rPr>
                            <m:t>1</m:t>
                          </m:r>
                        </m:num>
                        <m:den>
                          <m:r>
                            <a:rPr lang="en-US" sz="2800" b="0" i="1" smtClean="0">
                              <a:latin typeface="Cambria Math" panose="02040503050406030204" pitchFamily="18" charset="0"/>
                              <a:cs typeface="Arial" panose="020B0604020202020204" pitchFamily="34" charset="0"/>
                            </a:rPr>
                            <m:t>2</m:t>
                          </m:r>
                        </m:den>
                      </m:f>
                      <m:r>
                        <a:rPr lang="en-US" sz="2800" b="0" i="1" smtClean="0">
                          <a:latin typeface="Cambria Math" panose="02040503050406030204" pitchFamily="18" charset="0"/>
                          <a:cs typeface="Arial" panose="020B0604020202020204" pitchFamily="34" charset="0"/>
                        </a:rPr>
                        <m:t>𝑏h</m:t>
                      </m:r>
                    </m:oMath>
                  </m:oMathPara>
                </a14:m>
                <a:endParaRPr lang="en-IN" sz="2800" dirty="0">
                  <a:latin typeface="Arial" panose="020B0604020202020204" pitchFamily="34" charset="0"/>
                  <a:cs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sz="2800" i="1">
                          <a:latin typeface="Cambria Math" panose="02040503050406030204" pitchFamily="18" charset="0"/>
                          <a:cs typeface="Arial" panose="020B0604020202020204" pitchFamily="34" charset="0"/>
                        </a:rPr>
                        <m:t>𝐴</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1</m:t>
                          </m:r>
                        </m:num>
                        <m:den>
                          <m:r>
                            <a:rPr lang="en-US" sz="2800" i="1">
                              <a:latin typeface="Cambria Math" panose="02040503050406030204" pitchFamily="18" charset="0"/>
                              <a:cs typeface="Arial" panose="020B0604020202020204" pitchFamily="34" charset="0"/>
                            </a:rPr>
                            <m:t>2</m:t>
                          </m:r>
                        </m:den>
                      </m:f>
                      <m:d>
                        <m:dPr>
                          <m:ctrlPr>
                            <a:rPr lang="en-US" sz="2800" i="1" smtClean="0">
                              <a:latin typeface="Cambria Math" panose="02040503050406030204" pitchFamily="18" charset="0"/>
                              <a:cs typeface="Arial" panose="020B0604020202020204" pitchFamily="34" charset="0"/>
                            </a:rPr>
                          </m:ctrlPr>
                        </m:dPr>
                        <m:e>
                          <m:r>
                            <a:rPr lang="en-US" sz="2800" b="0" i="1" smtClean="0">
                              <a:latin typeface="Cambria Math" panose="02040503050406030204" pitchFamily="18" charset="0"/>
                              <a:cs typeface="Arial" panose="020B0604020202020204" pitchFamily="34" charset="0"/>
                            </a:rPr>
                            <m:t>12</m:t>
                          </m:r>
                          <m:r>
                            <a:rPr lang="en-US" sz="2800" b="0" i="1" smtClean="0">
                              <a:latin typeface="Cambria Math" panose="02040503050406030204" pitchFamily="18" charset="0"/>
                              <a:ea typeface="Cambria Math" panose="02040503050406030204" pitchFamily="18" charset="0"/>
                              <a:cs typeface="Arial" panose="020B0604020202020204" pitchFamily="34" charset="0"/>
                            </a:rPr>
                            <m:t>×8</m:t>
                          </m:r>
                        </m:e>
                      </m:d>
                    </m:oMath>
                  </m:oMathPara>
                </a14:m>
                <a:endParaRPr lang="en-IN"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Area of each triangular base:</a:t>
                </a:r>
              </a:p>
              <a:p>
                <a:pPr/>
                <a14:m>
                  <m:oMathPara xmlns:m="http://schemas.openxmlformats.org/officeDocument/2006/math">
                    <m:oMathParaPr>
                      <m:jc m:val="left"/>
                    </m:oMathParaPr>
                    <m:oMath xmlns:m="http://schemas.openxmlformats.org/officeDocument/2006/math">
                      <m:r>
                        <a:rPr lang="en-US" sz="2800" i="1" smtClean="0">
                          <a:latin typeface="Cambria Math" panose="02040503050406030204" pitchFamily="18" charset="0"/>
                          <a:cs typeface="Arial" panose="020B0604020202020204" pitchFamily="34" charset="0"/>
                        </a:rPr>
                        <m:t>𝐴</m:t>
                      </m:r>
                      <m:r>
                        <a:rPr lang="en-US" sz="2800" i="1" smtClean="0">
                          <a:latin typeface="Cambria Math" panose="02040503050406030204" pitchFamily="18" charset="0"/>
                          <a:cs typeface="Arial" panose="020B0604020202020204" pitchFamily="34" charset="0"/>
                        </a:rPr>
                        <m:t>=2</m:t>
                      </m:r>
                      <m:d>
                        <m:dPr>
                          <m:begChr m:val="["/>
                          <m:endChr m:val="]"/>
                          <m:ctrlPr>
                            <a:rPr lang="en-US" sz="2800" b="0" i="1" smtClean="0">
                              <a:latin typeface="Cambria Math" panose="02040503050406030204" pitchFamily="18" charset="0"/>
                              <a:cs typeface="Arial" panose="020B0604020202020204" pitchFamily="34" charset="0"/>
                            </a:rPr>
                          </m:ctrlPr>
                        </m:dPr>
                        <m:e>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1</m:t>
                              </m:r>
                            </m:num>
                            <m:den>
                              <m:r>
                                <a:rPr lang="en-US" sz="2800" i="1">
                                  <a:latin typeface="Cambria Math" panose="02040503050406030204" pitchFamily="18" charset="0"/>
                                  <a:cs typeface="Arial" panose="020B0604020202020204" pitchFamily="34" charset="0"/>
                                </a:rPr>
                                <m:t>2</m:t>
                              </m:r>
                            </m:den>
                          </m:f>
                          <m:d>
                            <m:dPr>
                              <m:ctrlPr>
                                <a:rPr lang="en-US" sz="2800" i="1">
                                  <a:latin typeface="Cambria Math" panose="02040503050406030204" pitchFamily="18" charset="0"/>
                                  <a:cs typeface="Arial" panose="020B0604020202020204" pitchFamily="34" charset="0"/>
                                </a:rPr>
                              </m:ctrlPr>
                            </m:dPr>
                            <m:e>
                              <m:r>
                                <a:rPr lang="en-US" sz="2800" i="1">
                                  <a:latin typeface="Cambria Math" panose="02040503050406030204" pitchFamily="18" charset="0"/>
                                  <a:cs typeface="Arial" panose="020B0604020202020204" pitchFamily="34" charset="0"/>
                                </a:rPr>
                                <m:t>12</m:t>
                              </m:r>
                              <m:r>
                                <a:rPr lang="en-US" sz="2800" i="1">
                                  <a:latin typeface="Cambria Math" panose="02040503050406030204" pitchFamily="18" charset="0"/>
                                  <a:ea typeface="Cambria Math" panose="02040503050406030204" pitchFamily="18" charset="0"/>
                                  <a:cs typeface="Arial" panose="020B0604020202020204" pitchFamily="34" charset="0"/>
                                </a:rPr>
                                <m:t>×8</m:t>
                              </m:r>
                            </m:e>
                          </m:d>
                        </m:e>
                      </m:d>
                      <m:r>
                        <a:rPr lang="en-US" sz="2800" b="0" i="1" smtClean="0">
                          <a:latin typeface="Cambria Math" panose="02040503050406030204" pitchFamily="18" charset="0"/>
                          <a:cs typeface="Arial" panose="020B0604020202020204" pitchFamily="34" charset="0"/>
                        </a:rPr>
                        <m:t>=96 </m:t>
                      </m:r>
                      <m:sSup>
                        <m:sSupPr>
                          <m:ctrlPr>
                            <a:rPr lang="en-US" sz="2800" b="0" i="1" smtClean="0">
                              <a:latin typeface="Cambria Math" panose="02040503050406030204" pitchFamily="18" charset="0"/>
                              <a:cs typeface="Arial" panose="020B0604020202020204" pitchFamily="34" charset="0"/>
                            </a:rPr>
                          </m:ctrlPr>
                        </m:sSupPr>
                        <m:e>
                          <m:r>
                            <m:rPr>
                              <m:sty m:val="p"/>
                            </m:rPr>
                            <a:rPr lang="en-US" sz="2800" b="0" i="0" smtClean="0">
                              <a:latin typeface="Cambria Math" panose="02040503050406030204" pitchFamily="18" charset="0"/>
                              <a:cs typeface="Arial" panose="020B0604020202020204" pitchFamily="34" charset="0"/>
                            </a:rPr>
                            <m:t>cm</m:t>
                          </m:r>
                        </m:e>
                        <m:sup>
                          <m:r>
                            <a:rPr lang="en-US" sz="2800" b="0" i="1" smtClean="0">
                              <a:latin typeface="Cambria Math" panose="02040503050406030204" pitchFamily="18" charset="0"/>
                              <a:cs typeface="Arial" panose="020B0604020202020204" pitchFamily="34" charset="0"/>
                            </a:rPr>
                            <m:t>2</m:t>
                          </m:r>
                        </m:sup>
                      </m:sSup>
                    </m:oMath>
                  </m:oMathPara>
                </a14:m>
                <a:endParaRPr lang="en-IN" sz="2800" dirty="0">
                  <a:latin typeface="Arial" panose="020B0604020202020204" pitchFamily="34" charset="0"/>
                  <a:cs typeface="Arial" panose="020B0604020202020204" pitchFamily="34" charset="0"/>
                </a:endParaRPr>
              </a:p>
              <a:p>
                <a:endParaRPr lang="en-IN" sz="2800" dirty="0">
                  <a:latin typeface="Arial" panose="020B0604020202020204" pitchFamily="34" charset="0"/>
                  <a:cs typeface="Arial" panose="020B0604020202020204" pitchFamily="34" charset="0"/>
                </a:endParaRPr>
              </a:p>
            </p:txBody>
          </p:sp>
        </mc:Choice>
        <mc:Fallback xmlns="">
          <p:sp>
            <p:nvSpPr>
              <p:cNvPr id="17" name="TextBox 2">
                <a:extLst>
                  <a:ext uri="{FF2B5EF4-FFF2-40B4-BE49-F238E27FC236}">
                    <a16:creationId xmlns:a16="http://schemas.microsoft.com/office/drawing/2014/main" xmlns:a14="http://schemas.microsoft.com/office/drawing/2010/main" xmlns="" id="{901DEFB8-E3CC-2681-C7F5-6BC61BDA05A0}"/>
                  </a:ext>
                </a:extLst>
              </p:cNvPr>
              <p:cNvSpPr txBox="1">
                <a:spLocks noRot="1" noChangeAspect="1" noMove="1" noResize="1" noEditPoints="1" noAdjustHandles="1" noChangeArrowheads="1" noChangeShapeType="1" noTextEdit="1"/>
              </p:cNvSpPr>
              <p:nvPr/>
            </p:nvSpPr>
            <p:spPr>
              <a:xfrm>
                <a:off x="569051" y="2000947"/>
                <a:ext cx="6203223" cy="4250138"/>
              </a:xfrm>
              <a:prstGeom prst="rect">
                <a:avLst/>
              </a:prstGeom>
              <a:blipFill rotWithShape="1">
                <a:blip r:embed="rId2"/>
                <a:stretch>
                  <a:fillRect l="-1965" t="-1435"/>
                </a:stretch>
              </a:blipFill>
            </p:spPr>
            <p:txBody>
              <a:bodyPr/>
              <a:lstStyle/>
              <a:p>
                <a:r>
                  <a:rPr lang="en-IN">
                    <a:noFill/>
                  </a:rPr>
                  <a:t> </a:t>
                </a:r>
              </a:p>
            </p:txBody>
          </p:sp>
        </mc:Fallback>
      </mc:AlternateContent>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8887" y="1851927"/>
            <a:ext cx="5381625" cy="401955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47</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25426895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6000" y="936000"/>
            <a:ext cx="7353077" cy="954107"/>
          </a:xfrm>
          <a:prstGeom prst="rect">
            <a:avLst/>
          </a:prstGeom>
        </p:spPr>
        <p:txBody>
          <a:bodyPr wrap="square">
            <a:spAutoFit/>
          </a:bodyPr>
          <a:lstStyle/>
          <a:p>
            <a:r>
              <a:rPr lang="en-US" sz="2800" dirty="0">
                <a:latin typeface="Arial" pitchFamily="34" charset="0"/>
                <a:cs typeface="Arial" pitchFamily="34" charset="0"/>
              </a:rPr>
              <a:t>Let’s find the area of each face of the triangular prism.</a:t>
            </a:r>
            <a:endParaRPr lang="en-IN" sz="28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01DEFB8-E3CC-2681-C7F5-6BC61BDA05A0}"/>
                  </a:ext>
                </a:extLst>
              </p:cNvPr>
              <p:cNvSpPr txBox="1"/>
              <p:nvPr/>
            </p:nvSpPr>
            <p:spPr>
              <a:xfrm>
                <a:off x="484565" y="2271339"/>
                <a:ext cx="5754003" cy="4401205"/>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Area of each congruent rectangular face:​ </a:t>
                </a:r>
              </a:p>
              <a:p>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cs typeface="Arial" panose="020B0604020202020204" pitchFamily="34" charset="0"/>
                        </a:rPr>
                        <m:t>𝐴</m:t>
                      </m:r>
                      <m:r>
                        <a:rPr lang="en-US" sz="2800" b="0" i="1" smtClean="0">
                          <a:latin typeface="Cambria Math" panose="02040503050406030204" pitchFamily="18" charset="0"/>
                          <a:cs typeface="Arial" panose="020B0604020202020204" pitchFamily="34" charset="0"/>
                        </a:rPr>
                        <m:t>=</m:t>
                      </m:r>
                      <m:r>
                        <a:rPr lang="en-US" sz="2800" b="0" i="1" smtClean="0">
                          <a:latin typeface="Cambria Math" panose="02040503050406030204" pitchFamily="18" charset="0"/>
                          <a:cs typeface="Arial" panose="020B0604020202020204" pitchFamily="34" charset="0"/>
                        </a:rPr>
                        <m:t>𝑙𝑤</m:t>
                      </m:r>
                    </m:oMath>
                  </m:oMathPara>
                </a14:m>
                <a:endParaRPr lang="en-IN" sz="2800" dirty="0">
                  <a:latin typeface="Arial" panose="020B0604020202020204" pitchFamily="34" charset="0"/>
                  <a:cs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sz="2800" i="1">
                          <a:latin typeface="Cambria Math" panose="02040503050406030204" pitchFamily="18" charset="0"/>
                          <a:cs typeface="Arial" panose="020B0604020202020204" pitchFamily="34" charset="0"/>
                        </a:rPr>
                        <m:t>𝐴</m:t>
                      </m:r>
                      <m:r>
                        <a:rPr lang="en-US" sz="2800" i="1">
                          <a:latin typeface="Cambria Math" panose="02040503050406030204" pitchFamily="18" charset="0"/>
                          <a:cs typeface="Arial" panose="020B0604020202020204" pitchFamily="34" charset="0"/>
                        </a:rPr>
                        <m:t>=20×10</m:t>
                      </m:r>
                    </m:oMath>
                  </m:oMathPara>
                </a14:m>
                <a:endParaRPr lang="en-IN"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Area of two congruent rectangular faces:​ </a:t>
                </a:r>
              </a:p>
              <a:p>
                <a:pPr/>
                <a14:m>
                  <m:oMathPara xmlns:m="http://schemas.openxmlformats.org/officeDocument/2006/math">
                    <m:oMathParaPr>
                      <m:jc m:val="left"/>
                    </m:oMathParaPr>
                    <m:oMath xmlns:m="http://schemas.openxmlformats.org/officeDocument/2006/math">
                      <m:r>
                        <a:rPr lang="en-US" sz="2800" i="1" smtClean="0">
                          <a:latin typeface="Cambria Math" panose="02040503050406030204" pitchFamily="18" charset="0"/>
                          <a:cs typeface="Arial" panose="020B0604020202020204" pitchFamily="34" charset="0"/>
                        </a:rPr>
                        <m:t>𝐴</m:t>
                      </m:r>
                      <m:r>
                        <a:rPr lang="en-US" sz="2800" i="1" smtClean="0">
                          <a:latin typeface="Cambria Math" panose="02040503050406030204" pitchFamily="18" charset="0"/>
                          <a:cs typeface="Arial" panose="020B0604020202020204" pitchFamily="34" charset="0"/>
                        </a:rPr>
                        <m:t>=2</m:t>
                      </m:r>
                      <m:d>
                        <m:dPr>
                          <m:ctrlPr>
                            <a:rPr lang="en-US" sz="2800" i="1" smtClean="0">
                              <a:latin typeface="Cambria Math" panose="02040503050406030204" pitchFamily="18" charset="0"/>
                              <a:cs typeface="Arial" panose="020B0604020202020204" pitchFamily="34" charset="0"/>
                            </a:rPr>
                          </m:ctrlPr>
                        </m:dPr>
                        <m:e>
                          <m:r>
                            <a:rPr lang="en-US" sz="2800" b="0" i="1" smtClean="0">
                              <a:latin typeface="Cambria Math" panose="02040503050406030204" pitchFamily="18" charset="0"/>
                              <a:cs typeface="Arial" panose="020B0604020202020204" pitchFamily="34" charset="0"/>
                            </a:rPr>
                            <m:t>20</m:t>
                          </m:r>
                          <m:r>
                            <a:rPr lang="en-US" sz="2800" b="0" i="1" smtClean="0">
                              <a:latin typeface="Cambria Math" panose="02040503050406030204" pitchFamily="18" charset="0"/>
                              <a:ea typeface="Cambria Math" panose="02040503050406030204" pitchFamily="18" charset="0"/>
                              <a:cs typeface="Arial" panose="020B0604020202020204" pitchFamily="34" charset="0"/>
                            </a:rPr>
                            <m:t>×10</m:t>
                          </m:r>
                        </m:e>
                      </m:d>
                      <m:r>
                        <a:rPr lang="en-US" sz="2800" b="0" i="1" smtClean="0">
                          <a:latin typeface="Cambria Math" panose="02040503050406030204" pitchFamily="18" charset="0"/>
                          <a:cs typeface="Arial" panose="020B0604020202020204" pitchFamily="34" charset="0"/>
                        </a:rPr>
                        <m:t>=400 </m:t>
                      </m:r>
                      <m:sSup>
                        <m:sSupPr>
                          <m:ctrlPr>
                            <a:rPr lang="en-US" sz="2800" b="0" i="1" smtClean="0">
                              <a:latin typeface="Cambria Math" panose="02040503050406030204" pitchFamily="18" charset="0"/>
                              <a:cs typeface="Arial" panose="020B0604020202020204" pitchFamily="34" charset="0"/>
                            </a:rPr>
                          </m:ctrlPr>
                        </m:sSupPr>
                        <m:e>
                          <m:r>
                            <m:rPr>
                              <m:sty m:val="p"/>
                            </m:rPr>
                            <a:rPr lang="en-US" sz="2800" b="0" i="0" smtClean="0">
                              <a:latin typeface="Cambria Math" panose="02040503050406030204" pitchFamily="18" charset="0"/>
                              <a:cs typeface="Arial" panose="020B0604020202020204" pitchFamily="34" charset="0"/>
                            </a:rPr>
                            <m:t>cm</m:t>
                          </m:r>
                        </m:e>
                        <m:sup>
                          <m:r>
                            <a:rPr lang="en-US" sz="2800" b="0" i="1" smtClean="0">
                              <a:latin typeface="Cambria Math" panose="02040503050406030204" pitchFamily="18" charset="0"/>
                              <a:cs typeface="Arial" panose="020B0604020202020204" pitchFamily="34" charset="0"/>
                            </a:rPr>
                            <m:t>2</m:t>
                          </m:r>
                        </m:sup>
                      </m:sSup>
                    </m:oMath>
                  </m:oMathPara>
                </a14:m>
                <a:endParaRPr lang="en-IN" sz="2800" dirty="0">
                  <a:latin typeface="Arial" panose="020B0604020202020204" pitchFamily="34" charset="0"/>
                  <a:cs typeface="Arial" panose="020B0604020202020204" pitchFamily="34" charset="0"/>
                </a:endParaRPr>
              </a:p>
              <a:p>
                <a:endParaRPr lang="en-IN" sz="2800" dirty="0">
                  <a:latin typeface="Arial" panose="020B0604020202020204" pitchFamily="34" charset="0"/>
                  <a:cs typeface="Arial" panose="020B0604020202020204" pitchFamily="34" charset="0"/>
                </a:endParaRPr>
              </a:p>
              <a:p>
                <a:endParaRPr lang="en-IN" sz="2800" dirty="0">
                  <a:latin typeface="Arial" panose="020B0604020202020204" pitchFamily="34" charset="0"/>
                  <a:cs typeface="Arial" panose="020B0604020202020204" pitchFamily="34" charset="0"/>
                </a:endParaRPr>
              </a:p>
            </p:txBody>
          </p:sp>
        </mc:Choice>
        <mc:Fallback xmlns="">
          <p:sp>
            <p:nvSpPr>
              <p:cNvPr id="17" name="TextBox 2">
                <a:extLst>
                  <a:ext uri="{FF2B5EF4-FFF2-40B4-BE49-F238E27FC236}">
                    <a16:creationId xmlns:a16="http://schemas.microsoft.com/office/drawing/2014/main" id="{901DEFB8-E3CC-2681-C7F5-6BC61BDA05A0}"/>
                  </a:ext>
                </a:extLst>
              </p:cNvPr>
              <p:cNvSpPr txBox="1">
                <a:spLocks noRot="1" noChangeAspect="1" noMove="1" noResize="1" noEditPoints="1" noAdjustHandles="1" noChangeArrowheads="1" noChangeShapeType="1" noTextEdit="1"/>
              </p:cNvSpPr>
              <p:nvPr/>
            </p:nvSpPr>
            <p:spPr>
              <a:xfrm>
                <a:off x="484565" y="2271339"/>
                <a:ext cx="5754003" cy="4401205"/>
              </a:xfrm>
              <a:prstGeom prst="rect">
                <a:avLst/>
              </a:prstGeom>
              <a:blipFill>
                <a:blip r:embed="rId2"/>
                <a:stretch>
                  <a:fillRect l="-2119" t="-1524" r="-424"/>
                </a:stretch>
              </a:blipFill>
            </p:spPr>
            <p:txBody>
              <a:bodyPr/>
              <a:lstStyle/>
              <a:p>
                <a:r>
                  <a:rPr lang="en-US">
                    <a:noFill/>
                  </a:rPr>
                  <a:t> </a:t>
                </a:r>
              </a:p>
            </p:txBody>
          </p:sp>
        </mc:Fallback>
      </mc:AlternateContent>
      <p:pic>
        <p:nvPicPr>
          <p:cNvPr id="4" name="Picture 2">
            <a:extLst>
              <a:ext uri="{FF2B5EF4-FFF2-40B4-BE49-F238E27FC236}">
                <a16:creationId xmlns:a16="http://schemas.microsoft.com/office/drawing/2014/main" id="{7BAAB2C2-6454-619C-FF05-6EB8EE6DF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772275" y="1851927"/>
            <a:ext cx="4681720" cy="349680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47</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extLst>
      <p:ext uri="{BB962C8B-B14F-4D97-AF65-F5344CB8AC3E}">
        <p14:creationId xmlns:p14="http://schemas.microsoft.com/office/powerpoint/2010/main" val="15003582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01DEFB8-E3CC-2681-C7F5-6BC61BDA05A0}"/>
                  </a:ext>
                </a:extLst>
              </p:cNvPr>
              <p:cNvSpPr txBox="1"/>
              <p:nvPr/>
            </p:nvSpPr>
            <p:spPr>
              <a:xfrm>
                <a:off x="484565" y="2271339"/>
                <a:ext cx="7060473" cy="1805944"/>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Area of the other rectangular face:</a:t>
                </a:r>
              </a:p>
              <a:p>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cs typeface="Arial" panose="020B0604020202020204" pitchFamily="34" charset="0"/>
                        </a:rPr>
                        <m:t>𝐴</m:t>
                      </m:r>
                      <m:r>
                        <a:rPr lang="en-US" sz="2800" b="0" i="1" smtClean="0">
                          <a:latin typeface="Cambria Math" panose="02040503050406030204" pitchFamily="18" charset="0"/>
                          <a:cs typeface="Arial" panose="020B0604020202020204" pitchFamily="34" charset="0"/>
                        </a:rPr>
                        <m:t>=</m:t>
                      </m:r>
                      <m:r>
                        <a:rPr lang="en-US" sz="2800" b="0" i="1" smtClean="0">
                          <a:latin typeface="Cambria Math" panose="02040503050406030204" pitchFamily="18" charset="0"/>
                          <a:cs typeface="Arial" panose="020B0604020202020204" pitchFamily="34" charset="0"/>
                        </a:rPr>
                        <m:t>𝑙𝑤</m:t>
                      </m:r>
                    </m:oMath>
                  </m:oMathPara>
                </a14:m>
                <a:endParaRPr lang="en-IN" sz="2800" dirty="0">
                  <a:latin typeface="Arial" panose="020B0604020202020204" pitchFamily="34" charset="0"/>
                  <a:cs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sz="2800" i="1">
                          <a:latin typeface="Cambria Math" panose="02040503050406030204" pitchFamily="18" charset="0"/>
                          <a:cs typeface="Arial" panose="020B0604020202020204" pitchFamily="34" charset="0"/>
                        </a:rPr>
                        <m:t>𝐴</m:t>
                      </m:r>
                      <m:r>
                        <a:rPr lang="en-US" sz="2800" i="1">
                          <a:latin typeface="Cambria Math" panose="02040503050406030204" pitchFamily="18" charset="0"/>
                          <a:cs typeface="Arial" panose="020B0604020202020204" pitchFamily="34" charset="0"/>
                        </a:rPr>
                        <m:t>=20×10=240 </m:t>
                      </m:r>
                      <m:r>
                        <m:rPr>
                          <m:nor/>
                        </m:rPr>
                        <a:rPr lang="en-US" sz="2800" b="0" i="0" smtClean="0">
                          <a:latin typeface="Cambria Math"/>
                          <a:ea typeface="Cambria Math" panose="02040503050406030204" pitchFamily="18" charset="0"/>
                          <a:cs typeface="Arial" panose="020B0604020202020204" pitchFamily="34" charset="0"/>
                        </a:rPr>
                        <m:t>cm</m:t>
                      </m:r>
                      <m:r>
                        <a:rPr lang="en-US" sz="2800" b="0" i="1" baseline="30000" smtClean="0">
                          <a:latin typeface="Cambria Math"/>
                          <a:ea typeface="Cambria Math" panose="02040503050406030204" pitchFamily="18" charset="0"/>
                          <a:cs typeface="Arial" panose="020B0604020202020204" pitchFamily="34" charset="0"/>
                        </a:rPr>
                        <m:t>2</m:t>
                      </m:r>
                    </m:oMath>
                  </m:oMathPara>
                </a14:m>
                <a:endParaRPr lang="en-IN" sz="2800" baseline="300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p:txBody>
          </p:sp>
        </mc:Choice>
        <mc:Fallback xmlns="">
          <p:sp>
            <p:nvSpPr>
              <p:cNvPr id="17" name="TextBox 2">
                <a:extLst>
                  <a:ext uri="{FF2B5EF4-FFF2-40B4-BE49-F238E27FC236}">
                    <a16:creationId xmlns:a16="http://schemas.microsoft.com/office/drawing/2014/main" id="{901DEFB8-E3CC-2681-C7F5-6BC61BDA05A0}"/>
                  </a:ext>
                </a:extLst>
              </p:cNvPr>
              <p:cNvSpPr txBox="1">
                <a:spLocks noRot="1" noChangeAspect="1" noMove="1" noResize="1" noEditPoints="1" noAdjustHandles="1" noChangeArrowheads="1" noChangeShapeType="1" noTextEdit="1"/>
              </p:cNvSpPr>
              <p:nvPr/>
            </p:nvSpPr>
            <p:spPr>
              <a:xfrm>
                <a:off x="484565" y="2271339"/>
                <a:ext cx="7060473" cy="1805944"/>
              </a:xfrm>
              <a:prstGeom prst="rect">
                <a:avLst/>
              </a:prstGeom>
              <a:blipFill>
                <a:blip r:embed="rId2"/>
                <a:stretch>
                  <a:fillRect l="-1726" t="-3716"/>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7117A0F5-27AD-1B67-7EC2-94C744504171}"/>
              </a:ext>
            </a:extLst>
          </p:cNvPr>
          <p:cNvSpPr/>
          <p:nvPr/>
        </p:nvSpPr>
        <p:spPr>
          <a:xfrm>
            <a:off x="486000" y="936000"/>
            <a:ext cx="7353077" cy="954107"/>
          </a:xfrm>
          <a:prstGeom prst="rect">
            <a:avLst/>
          </a:prstGeom>
        </p:spPr>
        <p:txBody>
          <a:bodyPr wrap="square">
            <a:spAutoFit/>
          </a:bodyPr>
          <a:lstStyle/>
          <a:p>
            <a:r>
              <a:rPr lang="en-US" sz="2800" dirty="0">
                <a:latin typeface="Arial" pitchFamily="34" charset="0"/>
                <a:cs typeface="Arial" pitchFamily="34" charset="0"/>
              </a:rPr>
              <a:t>Let’s find the area of each face of the triangular prism.</a:t>
            </a:r>
            <a:endParaRPr lang="en-IN" sz="2800" dirty="0">
              <a:latin typeface="Arial" pitchFamily="34" charset="0"/>
              <a:cs typeface="Arial"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8887" y="1851927"/>
            <a:ext cx="5381625" cy="4019550"/>
          </a:xfrm>
          <a:prstGeom prst="rect">
            <a:avLst/>
          </a:prstGeom>
        </p:spPr>
      </p:pic>
      <p:sp>
        <p:nvSpPr>
          <p:cNvPr id="7"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47</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15630611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6000" y="936000"/>
            <a:ext cx="6121277" cy="954107"/>
          </a:xfrm>
          <a:prstGeom prst="rect">
            <a:avLst/>
          </a:prstGeom>
        </p:spPr>
        <p:txBody>
          <a:bodyPr wrap="square">
            <a:spAutoFit/>
          </a:bodyPr>
          <a:lstStyle/>
          <a:p>
            <a:r>
              <a:rPr lang="en-US" sz="2800" dirty="0">
                <a:latin typeface="Arial" pitchFamily="34" charset="0"/>
                <a:cs typeface="Arial" pitchFamily="34" charset="0"/>
              </a:rPr>
              <a:t>Add the areas to find the surface area of the triangular prism.</a:t>
            </a:r>
            <a:endParaRPr lang="en-IN" sz="28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01DEFB8-E3CC-2681-C7F5-6BC61BDA05A0}"/>
                  </a:ext>
                </a:extLst>
              </p:cNvPr>
              <p:cNvSpPr txBox="1"/>
              <p:nvPr/>
            </p:nvSpPr>
            <p:spPr>
              <a:xfrm>
                <a:off x="486000" y="2112634"/>
                <a:ext cx="5916235" cy="4001095"/>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Area of the two triangular bases: </a:t>
                </a:r>
                <a14:m>
                  <m:oMath xmlns:m="http://schemas.openxmlformats.org/officeDocument/2006/math">
                    <m:r>
                      <a:rPr lang="en-US" sz="2800" b="0" i="1" smtClean="0">
                        <a:latin typeface="Cambria Math" panose="02040503050406030204" pitchFamily="18" charset="0"/>
                        <a:cs typeface="Arial" panose="020B0604020202020204" pitchFamily="34" charset="0"/>
                      </a:rPr>
                      <m:t>𝐴</m:t>
                    </m:r>
                    <m:r>
                      <a:rPr lang="en-US" sz="2800" b="0" i="1" smtClean="0">
                        <a:latin typeface="Cambria Math"/>
                        <a:cs typeface="Arial" panose="020B0604020202020204" pitchFamily="34" charset="0"/>
                      </a:rPr>
                      <m:t>=96 </m:t>
                    </m:r>
                    <m:r>
                      <m:rPr>
                        <m:nor/>
                      </m:rPr>
                      <a:rPr lang="en-US" sz="2800">
                        <a:latin typeface="Cambria Math"/>
                        <a:ea typeface="Cambria Math" panose="02040503050406030204" pitchFamily="18" charset="0"/>
                        <a:cs typeface="Arial" panose="020B0604020202020204" pitchFamily="34" charset="0"/>
                      </a:rPr>
                      <m:t>cm</m:t>
                    </m:r>
                    <m:r>
                      <a:rPr lang="en-US" sz="2800" i="1" baseline="30000">
                        <a:latin typeface="Cambria Math"/>
                        <a:ea typeface="Cambria Math" panose="02040503050406030204" pitchFamily="18" charset="0"/>
                        <a:cs typeface="Arial" panose="020B0604020202020204" pitchFamily="34" charset="0"/>
                      </a:rPr>
                      <m:t>2</m:t>
                    </m:r>
                  </m:oMath>
                </a14:m>
                <a:endParaRPr lang="en-IN" sz="2800" dirty="0">
                  <a:latin typeface="Arial" panose="020B0604020202020204" pitchFamily="34" charset="0"/>
                  <a:cs typeface="Arial" panose="020B0604020202020204" pitchFamily="34" charset="0"/>
                </a:endParaRPr>
              </a:p>
              <a:p>
                <a:pPr>
                  <a:spcBef>
                    <a:spcPts val="1200"/>
                  </a:spcBef>
                </a:pPr>
                <a:r>
                  <a:rPr lang="en-US" sz="2800" dirty="0">
                    <a:latin typeface="Arial" panose="020B0604020202020204" pitchFamily="34" charset="0"/>
                    <a:cs typeface="Arial" panose="020B0604020202020204" pitchFamily="34" charset="0"/>
                  </a:rPr>
                  <a:t>Area of the two congruent rectangular faces: </a:t>
                </a:r>
              </a:p>
              <a:p>
                <a:pPr/>
                <a14:m>
                  <m:oMathPara xmlns:m="http://schemas.openxmlformats.org/officeDocument/2006/math">
                    <m:oMathParaPr>
                      <m:jc m:val="left"/>
                    </m:oMathParaPr>
                    <m:oMath xmlns:m="http://schemas.openxmlformats.org/officeDocument/2006/math">
                      <m:r>
                        <a:rPr lang="en-US" sz="2800" i="1" dirty="0" smtClean="0">
                          <a:latin typeface="Cambria Math"/>
                          <a:cs typeface="Arial" panose="020B0604020202020204" pitchFamily="34" charset="0"/>
                        </a:rPr>
                        <m:t>𝐴</m:t>
                      </m:r>
                      <m:r>
                        <a:rPr lang="en-US" sz="2800" i="1" dirty="0" smtClean="0">
                          <a:latin typeface="Cambria Math"/>
                          <a:cs typeface="Arial" panose="020B0604020202020204" pitchFamily="34" charset="0"/>
                        </a:rPr>
                        <m:t>=400</m:t>
                      </m:r>
                      <m:r>
                        <m:rPr>
                          <m:nor/>
                        </m:rPr>
                        <a:rPr lang="en-US" sz="2800" b="0" i="0" dirty="0" smtClean="0">
                          <a:latin typeface="Cambria Math"/>
                          <a:cs typeface="Arial" panose="020B0604020202020204" pitchFamily="34" charset="0"/>
                        </a:rPr>
                        <m:t> </m:t>
                      </m:r>
                      <m:r>
                        <m:rPr>
                          <m:nor/>
                        </m:rPr>
                        <a:rPr lang="en-US" sz="2800">
                          <a:latin typeface="Cambria Math"/>
                          <a:ea typeface="Cambria Math" panose="02040503050406030204" pitchFamily="18" charset="0"/>
                          <a:cs typeface="Arial" panose="020B0604020202020204" pitchFamily="34" charset="0"/>
                        </a:rPr>
                        <m:t>cm</m:t>
                      </m:r>
                      <m:r>
                        <a:rPr lang="en-US" sz="2800" i="1" baseline="30000">
                          <a:latin typeface="Cambria Math"/>
                          <a:ea typeface="Cambria Math" panose="02040503050406030204" pitchFamily="18" charset="0"/>
                          <a:cs typeface="Arial" panose="020B0604020202020204" pitchFamily="34" charset="0"/>
                        </a:rPr>
                        <m:t>2</m:t>
                      </m:r>
                    </m:oMath>
                  </m:oMathPara>
                </a14:m>
                <a:endParaRPr lang="en-US" sz="2800" dirty="0">
                  <a:latin typeface="Arial" panose="020B0604020202020204" pitchFamily="34" charset="0"/>
                  <a:cs typeface="Arial" panose="020B0604020202020204" pitchFamily="34" charset="0"/>
                </a:endParaRPr>
              </a:p>
              <a:p>
                <a:pPr>
                  <a:spcBef>
                    <a:spcPts val="1200"/>
                  </a:spcBef>
                </a:pPr>
                <a:r>
                  <a:rPr lang="en-US" sz="2800" dirty="0">
                    <a:latin typeface="Arial" panose="020B0604020202020204" pitchFamily="34" charset="0"/>
                    <a:cs typeface="Arial" panose="020B0604020202020204" pitchFamily="34" charset="0"/>
                  </a:rPr>
                  <a:t>Area of the other rectangular faces: </a:t>
                </a:r>
              </a:p>
              <a:p>
                <a:pPr>
                  <a:spcAft>
                    <a:spcPts val="1200"/>
                  </a:spcAft>
                </a:pPr>
                <a14:m>
                  <m:oMath xmlns:m="http://schemas.openxmlformats.org/officeDocument/2006/math">
                    <m:r>
                      <a:rPr lang="en-US" sz="2800" i="1" dirty="0">
                        <a:latin typeface="Cambria Math"/>
                        <a:cs typeface="Arial" panose="020B0604020202020204" pitchFamily="34" charset="0"/>
                      </a:rPr>
                      <m:t>𝐴</m:t>
                    </m:r>
                    <m:r>
                      <a:rPr lang="en-US" sz="2800" i="1" dirty="0">
                        <a:latin typeface="Cambria Math"/>
                        <a:cs typeface="Arial" panose="020B0604020202020204" pitchFamily="34" charset="0"/>
                      </a:rPr>
                      <m:t>=240</m:t>
                    </m:r>
                    <m:r>
                      <m:rPr>
                        <m:nor/>
                      </m:rPr>
                      <a:rPr lang="en-US" sz="2800" dirty="0">
                        <a:latin typeface="Cambria Math"/>
                        <a:cs typeface="Arial" panose="020B0604020202020204" pitchFamily="34" charset="0"/>
                      </a:rPr>
                      <m:t> </m:t>
                    </m:r>
                    <m:r>
                      <m:rPr>
                        <m:nor/>
                      </m:rPr>
                      <a:rPr lang="en-US" sz="2800">
                        <a:latin typeface="Cambria Math"/>
                        <a:ea typeface="Cambria Math" panose="02040503050406030204" pitchFamily="18" charset="0"/>
                        <a:cs typeface="Arial" panose="020B0604020202020204" pitchFamily="34" charset="0"/>
                      </a:rPr>
                      <m:t>cm</m:t>
                    </m:r>
                    <m:r>
                      <a:rPr lang="en-US" sz="2800" i="1" baseline="30000">
                        <a:latin typeface="Cambria Math"/>
                        <a:ea typeface="Cambria Math" panose="02040503050406030204" pitchFamily="18" charset="0"/>
                        <a:cs typeface="Arial" panose="020B0604020202020204" pitchFamily="34" charset="0"/>
                      </a:rPr>
                      <m:t>2</m:t>
                    </m:r>
                  </m:oMath>
                </a14:m>
                <a:r>
                  <a:rPr lang="en-US" sz="2800" dirty="0">
                    <a:latin typeface="Arial" panose="020B0604020202020204" pitchFamily="34" charset="0"/>
                    <a:cs typeface="Arial" panose="020B0604020202020204" pitchFamily="34" charset="0"/>
                  </a:rPr>
                  <a:t>   </a:t>
                </a:r>
              </a:p>
              <a:p>
                <a:pPr>
                  <a:spcBef>
                    <a:spcPts val="1200"/>
                  </a:spcBef>
                </a:pPr>
                <a14:m>
                  <m:oMathPara xmlns:m="http://schemas.openxmlformats.org/officeDocument/2006/math">
                    <m:oMathParaPr>
                      <m:jc m:val="left"/>
                    </m:oMathParaPr>
                    <m:oMath xmlns:m="http://schemas.openxmlformats.org/officeDocument/2006/math">
                      <m:r>
                        <m:rPr>
                          <m:nor/>
                        </m:rPr>
                        <a:rPr lang="en-US" sz="2800" i="1" dirty="0" smtClean="0">
                          <a:latin typeface="Cambria Math"/>
                          <a:cs typeface="Arial" panose="020B0604020202020204" pitchFamily="34" charset="0"/>
                        </a:rPr>
                        <m:t>SA</m:t>
                      </m:r>
                      <m:r>
                        <a:rPr lang="en-US" sz="2800" i="1" dirty="0" smtClean="0">
                          <a:latin typeface="Cambria Math"/>
                          <a:cs typeface="Arial" panose="020B0604020202020204" pitchFamily="34" charset="0"/>
                        </a:rPr>
                        <m:t>=96+400+240=736</m:t>
                      </m:r>
                      <m:r>
                        <m:rPr>
                          <m:nor/>
                        </m:rPr>
                        <a:rPr lang="en-US" sz="2800" b="0" i="0" dirty="0" smtClean="0">
                          <a:latin typeface="Cambria Math"/>
                          <a:cs typeface="Arial" panose="020B0604020202020204" pitchFamily="34" charset="0"/>
                        </a:rPr>
                        <m:t> </m:t>
                      </m:r>
                      <m:r>
                        <m:rPr>
                          <m:nor/>
                        </m:rPr>
                        <a:rPr lang="en-US" sz="2800">
                          <a:latin typeface="Cambria Math"/>
                          <a:ea typeface="Cambria Math" panose="02040503050406030204" pitchFamily="18" charset="0"/>
                          <a:cs typeface="Arial" panose="020B0604020202020204" pitchFamily="34" charset="0"/>
                        </a:rPr>
                        <m:t>cm</m:t>
                      </m:r>
                      <m:r>
                        <a:rPr lang="en-US" sz="2800" i="1" baseline="30000">
                          <a:latin typeface="Cambria Math"/>
                          <a:ea typeface="Cambria Math" panose="02040503050406030204" pitchFamily="18" charset="0"/>
                          <a:cs typeface="Arial" panose="020B0604020202020204" pitchFamily="34" charset="0"/>
                        </a:rPr>
                        <m:t>2</m:t>
                      </m:r>
                    </m:oMath>
                  </m:oMathPara>
                </a14:m>
                <a:endParaRPr lang="en-US" sz="2800" dirty="0">
                  <a:latin typeface="Arial" panose="020B0604020202020204" pitchFamily="34" charset="0"/>
                  <a:cs typeface="Arial" panose="020B0604020202020204" pitchFamily="34" charset="0"/>
                </a:endParaRPr>
              </a:p>
            </p:txBody>
          </p:sp>
        </mc:Choice>
        <mc:Fallback xmlns="">
          <p:sp>
            <p:nvSpPr>
              <p:cNvPr id="17" name="TextBox 2">
                <a:extLst>
                  <a:ext uri="{FF2B5EF4-FFF2-40B4-BE49-F238E27FC236}">
                    <a16:creationId xmlns:a16="http://schemas.microsoft.com/office/drawing/2014/main" id="{901DEFB8-E3CC-2681-C7F5-6BC61BDA05A0}"/>
                  </a:ext>
                </a:extLst>
              </p:cNvPr>
              <p:cNvSpPr txBox="1">
                <a:spLocks noRot="1" noChangeAspect="1" noMove="1" noResize="1" noEditPoints="1" noAdjustHandles="1" noChangeArrowheads="1" noChangeShapeType="1" noTextEdit="1"/>
              </p:cNvSpPr>
              <p:nvPr/>
            </p:nvSpPr>
            <p:spPr>
              <a:xfrm>
                <a:off x="486000" y="2112634"/>
                <a:ext cx="5916235" cy="4001095"/>
              </a:xfrm>
              <a:prstGeom prst="rect">
                <a:avLst/>
              </a:prstGeom>
              <a:blipFill>
                <a:blip r:embed="rId2"/>
                <a:stretch>
                  <a:fillRect l="-2165" t="-1677" r="-1237"/>
                </a:stretch>
              </a:blipFill>
            </p:spPr>
            <p:txBody>
              <a:bodyPr/>
              <a:lstStyle/>
              <a:p>
                <a:r>
                  <a:rPr lang="en-US">
                    <a:noFill/>
                  </a:rPr>
                  <a:t> </a:t>
                </a:r>
              </a:p>
            </p:txBody>
          </p:sp>
        </mc:Fallback>
      </mc:AlternateContent>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8887" y="1851927"/>
            <a:ext cx="5381625" cy="4019550"/>
          </a:xfrm>
          <a:prstGeom prst="rect">
            <a:avLst/>
          </a:prstGeom>
        </p:spPr>
      </p:pic>
      <p:sp>
        <p:nvSpPr>
          <p:cNvPr id="7"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47</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2195790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D7D5C8EC-F1EF-6146-850F-128719B25F22}"/>
              </a:ext>
            </a:extLst>
          </p:cNvPr>
          <p:cNvSpPr txBox="1">
            <a:spLocks/>
          </p:cNvSpPr>
          <p:nvPr/>
        </p:nvSpPr>
        <p:spPr>
          <a:xfrm>
            <a:off x="484564" y="1027382"/>
            <a:ext cx="6165618" cy="210374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What is the surface area of the prism shown?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1C14E6B-E1E7-EE63-FC80-D517CB042C90}"/>
                  </a:ext>
                </a:extLst>
              </p:cNvPr>
              <p:cNvSpPr txBox="1"/>
              <p:nvPr/>
            </p:nvSpPr>
            <p:spPr>
              <a:xfrm>
                <a:off x="484564" y="2869517"/>
                <a:ext cx="5086337" cy="523220"/>
              </a:xfrm>
              <a:prstGeom prst="rect">
                <a:avLst/>
              </a:prstGeom>
              <a:ln>
                <a:solidFill>
                  <a:srgbClr val="782DA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800" b="0" i="0" smtClean="0">
                          <a:solidFill>
                            <a:schemeClr val="tx1">
                              <a:lumMod val="85000"/>
                              <a:lumOff val="15000"/>
                            </a:schemeClr>
                          </a:solidFill>
                          <a:latin typeface="Cambria Math" panose="02040503050406030204" pitchFamily="18" charset="0"/>
                          <a:cs typeface="Arial" panose="020B0604020202020204" pitchFamily="34" charset="0"/>
                        </a:rPr>
                        <m:t>S</m:t>
                      </m:r>
                      <m:r>
                        <a:rPr lang="en-US" sz="2800" b="0" i="1" smtClean="0">
                          <a:solidFill>
                            <a:schemeClr val="tx1">
                              <a:lumMod val="85000"/>
                              <a:lumOff val="15000"/>
                            </a:schemeClr>
                          </a:solidFill>
                          <a:latin typeface="Cambria Math" panose="02040503050406030204" pitchFamily="18" charset="0"/>
                          <a:cs typeface="Arial" panose="020B0604020202020204" pitchFamily="34" charset="0"/>
                        </a:rPr>
                        <m:t>𝐴</m:t>
                      </m:r>
                      <m:r>
                        <a:rPr lang="en-US" sz="2800" b="0" i="1" smtClean="0">
                          <a:solidFill>
                            <a:schemeClr val="tx1">
                              <a:lumMod val="85000"/>
                              <a:lumOff val="15000"/>
                            </a:schemeClr>
                          </a:solidFill>
                          <a:latin typeface="Cambria Math" panose="02040503050406030204" pitchFamily="18" charset="0"/>
                          <a:cs typeface="Arial" panose="020B0604020202020204" pitchFamily="34" charset="0"/>
                        </a:rPr>
                        <m:t>=736</m:t>
                      </m:r>
                      <m:sSup>
                        <m:sSupPr>
                          <m:ctrlPr>
                            <a:rPr lang="en-US" sz="2800" b="0" i="1" smtClean="0">
                              <a:solidFill>
                                <a:schemeClr val="tx1">
                                  <a:lumMod val="85000"/>
                                  <a:lumOff val="15000"/>
                                </a:schemeClr>
                              </a:solidFill>
                              <a:latin typeface="Cambria Math" panose="02040503050406030204" pitchFamily="18" charset="0"/>
                              <a:cs typeface="Arial" panose="020B0604020202020204" pitchFamily="34" charset="0"/>
                            </a:rPr>
                          </m:ctrlPr>
                        </m:sSupPr>
                        <m:e>
                          <m:r>
                            <a:rPr lang="en-US" sz="2800" b="0" i="1" smtClean="0">
                              <a:solidFill>
                                <a:schemeClr val="tx1">
                                  <a:lumMod val="85000"/>
                                  <a:lumOff val="15000"/>
                                </a:schemeClr>
                              </a:solidFill>
                              <a:latin typeface="Cambria Math" panose="02040503050406030204" pitchFamily="18" charset="0"/>
                              <a:cs typeface="Arial" panose="020B0604020202020204" pitchFamily="34" charset="0"/>
                            </a:rPr>
                            <m:t> </m:t>
                          </m:r>
                          <m:r>
                            <a:rPr lang="en-US" sz="2800" b="0" i="1" smtClean="0">
                              <a:solidFill>
                                <a:schemeClr val="tx1">
                                  <a:lumMod val="85000"/>
                                  <a:lumOff val="15000"/>
                                </a:schemeClr>
                              </a:solidFill>
                              <a:latin typeface="Cambria Math" panose="02040503050406030204" pitchFamily="18" charset="0"/>
                              <a:cs typeface="Arial" panose="020B0604020202020204" pitchFamily="34" charset="0"/>
                            </a:rPr>
                            <m:t>𝑐𝑚</m:t>
                          </m:r>
                        </m:e>
                        <m:sup>
                          <m:r>
                            <a:rPr lang="en-US" sz="2800" b="0" i="1" smtClean="0">
                              <a:solidFill>
                                <a:schemeClr val="tx1">
                                  <a:lumMod val="85000"/>
                                  <a:lumOff val="15000"/>
                                </a:schemeClr>
                              </a:solidFill>
                              <a:latin typeface="Cambria Math" panose="02040503050406030204" pitchFamily="18" charset="0"/>
                              <a:cs typeface="Arial" panose="020B0604020202020204" pitchFamily="34" charset="0"/>
                            </a:rPr>
                            <m:t>2</m:t>
                          </m:r>
                        </m:sup>
                      </m:sSup>
                    </m:oMath>
                  </m:oMathPara>
                </a14:m>
                <a:endParaRPr lang="en-US" sz="2800" dirty="0">
                  <a:solidFill>
                    <a:schemeClr val="tx1">
                      <a:lumMod val="85000"/>
                      <a:lumOff val="15000"/>
                    </a:schemeClr>
                  </a:solidFill>
                  <a:latin typeface="Arial" panose="020B0604020202020204" pitchFamily="34" charset="0"/>
                  <a:cs typeface="Arial" panose="020B0604020202020204" pitchFamily="34" charset="0"/>
                </a:endParaRPr>
              </a:p>
            </p:txBody>
          </p:sp>
        </mc:Choice>
        <mc:Fallback xmlns="">
          <p:sp>
            <p:nvSpPr>
              <p:cNvPr id="12" name="TextBox 4">
                <a:extLst>
                  <a:ext uri="{FF2B5EF4-FFF2-40B4-BE49-F238E27FC236}">
                    <a16:creationId xmlns:a16="http://schemas.microsoft.com/office/drawing/2014/main" id="{F1C14E6B-E1E7-EE63-FC80-D517CB042C90}"/>
                  </a:ext>
                </a:extLst>
              </p:cNvPr>
              <p:cNvSpPr txBox="1">
                <a:spLocks noRot="1" noChangeAspect="1" noMove="1" noResize="1" noEditPoints="1" noAdjustHandles="1" noChangeArrowheads="1" noChangeShapeType="1" noTextEdit="1"/>
              </p:cNvSpPr>
              <p:nvPr/>
            </p:nvSpPr>
            <p:spPr>
              <a:xfrm>
                <a:off x="484564" y="2869517"/>
                <a:ext cx="5086337" cy="523220"/>
              </a:xfrm>
              <a:prstGeom prst="rect">
                <a:avLst/>
              </a:prstGeom>
              <a:blipFill>
                <a:blip r:embed="rId2"/>
                <a:stretch>
                  <a:fillRect/>
                </a:stretch>
              </a:blipFill>
              <a:ln>
                <a:solidFill>
                  <a:srgbClr val="782DA0"/>
                </a:solidFill>
              </a:ln>
            </p:spPr>
            <p:txBody>
              <a:bodyPr/>
              <a:lstStyle/>
              <a:p>
                <a:r>
                  <a:rPr lang="en-US">
                    <a:noFill/>
                  </a:rPr>
                  <a:t> </a:t>
                </a:r>
              </a:p>
            </p:txBody>
          </p:sp>
        </mc:Fallback>
      </mc:AlternateContent>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4906301"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030A0"/>
                </a:solidFill>
                <a:latin typeface="Arial" panose="020B0604020202020204" pitchFamily="34" charset="0"/>
                <a:cs typeface="Arial" panose="020B0604020202020204" pitchFamily="34" charset="0"/>
              </a:rPr>
              <a:t>A Different Kind of Prism</a:t>
            </a:r>
          </a:p>
        </p:txBody>
      </p:sp>
    </p:spTree>
    <p:extLst>
      <p:ext uri="{BB962C8B-B14F-4D97-AF65-F5344CB8AC3E}">
        <p14:creationId xmlns:p14="http://schemas.microsoft.com/office/powerpoint/2010/main" val="6386369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a:extLst>
              <a:ext uri="{FF2B5EF4-FFF2-40B4-BE49-F238E27FC236}">
                <a16:creationId xmlns:a16="http://schemas.microsoft.com/office/drawing/2014/main" id="{D7D5C8EC-F1EF-6146-850F-128719B25F22}"/>
              </a:ext>
            </a:extLst>
          </p:cNvPr>
          <p:cNvSpPr txBox="1">
            <a:spLocks/>
          </p:cNvSpPr>
          <p:nvPr/>
        </p:nvSpPr>
        <p:spPr>
          <a:xfrm>
            <a:off x="484565" y="853440"/>
            <a:ext cx="6565164" cy="97536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514350" indent="-514350">
              <a:spcBef>
                <a:spcPts val="1800"/>
              </a:spcBef>
              <a:buFont typeface="+mj-lt"/>
              <a:buAutoNum type="alphaLcPeriod"/>
            </a:pPr>
            <a:r>
              <a:rPr lang="en-US" sz="2800" dirty="0">
                <a:solidFill>
                  <a:schemeClr val="tx1">
                    <a:lumMod val="85000"/>
                    <a:lumOff val="15000"/>
                  </a:schemeClr>
                </a:solidFill>
                <a:latin typeface="Arial" panose="020B0604020202020204" pitchFamily="34" charset="0"/>
                <a:cs typeface="Arial" panose="020B0604020202020204" pitchFamily="34" charset="0"/>
              </a:rPr>
              <a:t>What type of triangles are the bases of this prism? Explain how you know.</a:t>
            </a:r>
          </a:p>
        </p:txBody>
      </p:sp>
      <p:sp>
        <p:nvSpPr>
          <p:cNvPr id="1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82DA0"/>
                </a:solidFill>
                <a:latin typeface="Arial" panose="020B0604020202020204" pitchFamily="34" charset="0"/>
                <a:cs typeface="Arial" panose="020B0604020202020204" pitchFamily="34" charset="0"/>
              </a:rPr>
              <a:t>Let’s Explore More</a:t>
            </a:r>
          </a:p>
        </p:txBody>
      </p:sp>
      <p:sp>
        <p:nvSpPr>
          <p:cNvPr id="8" name="Content Placeholder 2">
            <a:extLst>
              <a:ext uri="{FF2B5EF4-FFF2-40B4-BE49-F238E27FC236}">
                <a16:creationId xmlns:a16="http://schemas.microsoft.com/office/drawing/2014/main" id="{D7D5C8EC-F1EF-6146-850F-128719B25F22}"/>
              </a:ext>
            </a:extLst>
          </p:cNvPr>
          <p:cNvSpPr txBox="1">
            <a:spLocks/>
          </p:cNvSpPr>
          <p:nvPr/>
        </p:nvSpPr>
        <p:spPr>
          <a:xfrm>
            <a:off x="484565" y="3381142"/>
            <a:ext cx="6447177" cy="167913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514350" indent="-514350">
              <a:spcBef>
                <a:spcPts val="1800"/>
              </a:spcBef>
              <a:buFont typeface="+mj-lt"/>
              <a:buAutoNum type="alphaLcPeriod" startAt="2"/>
            </a:pPr>
            <a:r>
              <a:rPr lang="en-US" sz="2800" dirty="0">
                <a:solidFill>
                  <a:schemeClr val="tx1">
                    <a:lumMod val="85000"/>
                    <a:lumOff val="15000"/>
                  </a:schemeClr>
                </a:solidFill>
                <a:latin typeface="Arial" panose="020B0604020202020204" pitchFamily="34" charset="0"/>
                <a:cs typeface="Arial" panose="020B0604020202020204" pitchFamily="34" charset="0"/>
              </a:rPr>
              <a:t>Why is the unit of measure for the square centimeters rather than centimeters or cubic centimeters?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1757" y="1686727"/>
            <a:ext cx="3686175" cy="1695450"/>
          </a:xfrm>
          <a:prstGeom prst="rect">
            <a:avLst/>
          </a:prstGeom>
        </p:spPr>
      </p:pic>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2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47</a:t>
            </a:r>
          </a:p>
        </p:txBody>
      </p:sp>
      <p:sp xmlns:p="http://schemas.openxmlformats.org/presentationml/2006/main" xmlns:a="http://schemas.openxmlformats.org/drawingml/2006/main">
        <p:nvSpPr>
          <p:cNvPr id="22"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the features of the figure that justify your reasoning.</a:t>
            </a:r>
            <a:endParaRPr lang="en-US" sz="2000"/>
          </a:p>
        </p:txBody>
      </p:sp>
    </p:spTree>
    <p:extLst>
      <p:ext uri="{BB962C8B-B14F-4D97-AF65-F5344CB8AC3E}">
        <p14:creationId xmlns:p14="http://schemas.microsoft.com/office/powerpoint/2010/main" val="33644807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4" y="1236846"/>
            <a:ext cx="10626781" cy="230991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The surface area of a three-dimensional figure is the sum of the areas of the faces. A net can help you unfold the prism into two-dimensional shapes so you can find the area of each face. The net below represents a triangular prism, which has triangular bases and rectangular faces.</a:t>
            </a:r>
          </a:p>
        </p:txBody>
      </p:sp>
      <p:sp>
        <p:nvSpPr>
          <p:cNvPr id="19" name="Title 1">
            <a:extLst>
              <a:ext uri="{FF2B5EF4-FFF2-40B4-BE49-F238E27FC236}">
                <a16:creationId xmlns:a16="http://schemas.microsoft.com/office/drawing/2014/main" id="{28E97816-2DAB-2040-DAB6-AC97208A7F2C}"/>
              </a:ext>
            </a:extLst>
          </p:cNvPr>
          <p:cNvSpPr txBox="1">
            <a:spLocks/>
          </p:cNvSpPr>
          <p:nvPr/>
        </p:nvSpPr>
        <p:spPr>
          <a:xfrm>
            <a:off x="484565" y="316800"/>
            <a:ext cx="5754850" cy="102425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b="0" dirty="0">
                <a:solidFill>
                  <a:srgbClr val="782DA0"/>
                </a:solidFill>
                <a:latin typeface="Arial" panose="020B0604020202020204" pitchFamily="34" charset="0"/>
                <a:cs typeface="Arial" panose="020B0604020202020204" pitchFamily="34" charset="0"/>
              </a:rPr>
              <a:t>Summarize: </a:t>
            </a:r>
            <a:r>
              <a:rPr lang="en-US" sz="2800" dirty="0">
                <a:solidFill>
                  <a:srgbClr val="782DA0"/>
                </a:solidFill>
                <a:latin typeface="Arial" panose="020B0604020202020204" pitchFamily="34" charset="0"/>
                <a:cs typeface="Arial" panose="020B0604020202020204" pitchFamily="34" charset="0"/>
              </a:rPr>
              <a:t>Determine Surface Area of Prisms</a:t>
            </a: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2428" y="3170492"/>
            <a:ext cx="3676650" cy="3248025"/>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2291" y="3671571"/>
            <a:ext cx="2847975" cy="2590800"/>
          </a:xfrm>
          <a:prstGeom prst="rect">
            <a:avLst/>
          </a:prstGeom>
        </p:spPr>
      </p:pic>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2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47</a:t>
            </a:r>
          </a:p>
        </p:txBody>
      </p:sp>
      <p:sp>
        <p:nvSpPr>
          <p:cNvPr id="2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  SAY IT IN YOUR OWN WORDS</a:t>
            </a:r>
          </a:p>
        </p:txBody>
      </p:sp>
    </p:spTree>
    <p:extLst>
      <p:ext uri="{BB962C8B-B14F-4D97-AF65-F5344CB8AC3E}">
        <p14:creationId xmlns:p14="http://schemas.microsoft.com/office/powerpoint/2010/main" val="21815035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E09B2DFC-9AF3-3E6F-9BCA-D40521A21E02}"/>
              </a:ext>
            </a:extLst>
          </p:cNvPr>
          <p:cNvSpPr txBox="1">
            <a:spLocks/>
          </p:cNvSpPr>
          <p:nvPr/>
        </p:nvSpPr>
        <p:spPr>
          <a:xfrm>
            <a:off x="484565" y="927528"/>
            <a:ext cx="7925143" cy="225858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err="1">
                <a:solidFill>
                  <a:schemeClr val="tx1">
                    <a:lumMod val="85000"/>
                    <a:lumOff val="15000"/>
                  </a:schemeClr>
                </a:solidFill>
                <a:latin typeface="Arial" panose="020B0604020202020204" pitchFamily="34" charset="0"/>
                <a:cs typeface="Arial" panose="020B0604020202020204" pitchFamily="34" charset="0"/>
              </a:rPr>
              <a:t>Tahira</a:t>
            </a:r>
            <a:r>
              <a:rPr lang="en-US" sz="2800" dirty="0">
                <a:solidFill>
                  <a:schemeClr val="tx1">
                    <a:lumMod val="85000"/>
                    <a:lumOff val="15000"/>
                  </a:schemeClr>
                </a:solidFill>
                <a:latin typeface="Arial" panose="020B0604020202020204" pitchFamily="34" charset="0"/>
                <a:cs typeface="Arial" panose="020B0604020202020204" pitchFamily="34" charset="0"/>
              </a:rPr>
              <a:t> is planning to paint the walls of her bedroom, which is in the shape of a rectangular prism. The bedroom has one window and two doors. The dimensions of the window and doors are shown in the table.</a:t>
            </a:r>
          </a:p>
        </p:txBody>
      </p:sp>
      <p:sp>
        <p:nvSpPr>
          <p:cNvPr id="9" name="Title 1">
            <a:extLst>
              <a:ext uri="{FF2B5EF4-FFF2-40B4-BE49-F238E27FC236}">
                <a16:creationId xmlns:a16="http://schemas.microsoft.com/office/drawing/2014/main" id="{3CF4AF49-89F7-5C44-B082-4D1951B38CC4}"/>
              </a:ext>
            </a:extLst>
          </p:cNvPr>
          <p:cNvSpPr txBox="1">
            <a:spLocks/>
          </p:cNvSpPr>
          <p:nvPr/>
        </p:nvSpPr>
        <p:spPr>
          <a:xfrm>
            <a:off x="484566" y="316034"/>
            <a:ext cx="5959098"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b="0" dirty="0">
                <a:solidFill>
                  <a:srgbClr val="782DA0"/>
                </a:solidFill>
                <a:latin typeface="Arial" panose="020B0604020202020204" pitchFamily="34" charset="0"/>
                <a:cs typeface="Arial" panose="020B0604020202020204" pitchFamily="34" charset="0"/>
              </a:rPr>
              <a:t>Apply: </a:t>
            </a:r>
            <a:r>
              <a:rPr lang="en-US" sz="2800" dirty="0">
                <a:solidFill>
                  <a:srgbClr val="782DA0"/>
                </a:solidFill>
                <a:latin typeface="Arial" panose="020B0604020202020204" pitchFamily="34" charset="0"/>
                <a:cs typeface="Arial" panose="020B0604020202020204" pitchFamily="34" charset="0"/>
              </a:rPr>
              <a:t>Painting a Bedroom</a:t>
            </a:r>
            <a:endParaRPr lang="en-US" sz="1500" dirty="0">
              <a:solidFill>
                <a:srgbClr val="782DA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AF3D079C-3E4F-EC3A-3823-CA12382819B9}"/>
                  </a:ext>
                </a:extLst>
              </p:cNvPr>
              <p:cNvGraphicFramePr>
                <a:graphicFrameLocks noGrp="1"/>
              </p:cNvGraphicFramePr>
              <p:nvPr>
                <p:extLst>
                  <p:ext uri="{D42A27DB-BD31-4B8C-83A1-F6EECF244321}">
                    <p14:modId xmlns:p14="http://schemas.microsoft.com/office/powerpoint/2010/main" val="69966035"/>
                  </p:ext>
                </p:extLst>
              </p:nvPr>
            </p:nvGraphicFramePr>
            <p:xfrm>
              <a:off x="7363980" y="3988170"/>
              <a:ext cx="4314390" cy="2371184"/>
            </p:xfrm>
            <a:graphic>
              <a:graphicData uri="http://schemas.openxmlformats.org/drawingml/2006/table">
                <a:tbl>
                  <a:tblPr firstRow="1" bandRow="1">
                    <a:tableStyleId>{5C22544A-7EE6-4342-B048-85BDC9FD1C3A}</a:tableStyleId>
                  </a:tblPr>
                  <a:tblGrid>
                    <a:gridCol w="1577249">
                      <a:extLst>
                        <a:ext uri="{9D8B030D-6E8A-4147-A177-3AD203B41FA5}">
                          <a16:colId xmlns:a16="http://schemas.microsoft.com/office/drawing/2014/main" val="20000"/>
                        </a:ext>
                      </a:extLst>
                    </a:gridCol>
                    <a:gridCol w="1420070">
                      <a:extLst>
                        <a:ext uri="{9D8B030D-6E8A-4147-A177-3AD203B41FA5}">
                          <a16:colId xmlns:a16="http://schemas.microsoft.com/office/drawing/2014/main" val="20001"/>
                        </a:ext>
                      </a:extLst>
                    </a:gridCol>
                    <a:gridCol w="1317071">
                      <a:extLst>
                        <a:ext uri="{9D8B030D-6E8A-4147-A177-3AD203B41FA5}">
                          <a16:colId xmlns:a16="http://schemas.microsoft.com/office/drawing/2014/main" val="20002"/>
                        </a:ext>
                      </a:extLst>
                    </a:gridCol>
                  </a:tblGrid>
                  <a:tr h="524736">
                    <a:tc>
                      <a:txBody>
                        <a:bodyPr/>
                        <a:lstStyle/>
                        <a:p>
                          <a:pPr algn="ctr"/>
                          <a:r>
                            <a:rPr lang="en-US" sz="2800" b="1" dirty="0">
                              <a:solidFill>
                                <a:schemeClr val="bg1"/>
                              </a:solidFill>
                              <a:latin typeface="Arial" panose="020B0604020202020204" pitchFamily="34" charset="0"/>
                              <a:cs typeface="Arial" panose="020B0604020202020204" pitchFamily="34" charset="0"/>
                            </a:rPr>
                            <a:t>Part</a:t>
                          </a:r>
                          <a:endParaRPr lang="en-IN" sz="28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5B9A"/>
                        </a:solidFill>
                      </a:tcPr>
                    </a:tc>
                    <a:tc>
                      <a:txBody>
                        <a:bodyPr/>
                        <a:lstStyle/>
                        <a:p>
                          <a:pPr algn="ctr"/>
                          <a:r>
                            <a:rPr lang="en-US" sz="2800" b="1" dirty="0">
                              <a:solidFill>
                                <a:schemeClr val="bg1"/>
                              </a:solidFill>
                              <a:latin typeface="Arial" panose="020B0604020202020204" pitchFamily="34" charset="0"/>
                              <a:cs typeface="Arial" panose="020B0604020202020204" pitchFamily="34" charset="0"/>
                            </a:rPr>
                            <a:t>Height (</a:t>
                          </a:r>
                          <a:r>
                            <a:rPr lang="en-US" sz="2800" b="1" dirty="0" err="1">
                              <a:solidFill>
                                <a:schemeClr val="bg1"/>
                              </a:solidFill>
                              <a:latin typeface="Arial" panose="020B0604020202020204" pitchFamily="34" charset="0"/>
                              <a:cs typeface="Arial" panose="020B0604020202020204" pitchFamily="34" charset="0"/>
                            </a:rPr>
                            <a:t>ft</a:t>
                          </a:r>
                          <a:r>
                            <a:rPr lang="en-US" sz="2800" b="1" dirty="0">
                              <a:solidFill>
                                <a:schemeClr val="bg1"/>
                              </a:solidFill>
                              <a:latin typeface="Arial" panose="020B0604020202020204" pitchFamily="34" charset="0"/>
                              <a:cs typeface="Arial" panose="020B0604020202020204" pitchFamily="34" charset="0"/>
                            </a:rPr>
                            <a:t>)</a:t>
                          </a:r>
                          <a:endParaRPr lang="en-IN" sz="28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5B9A"/>
                        </a:solidFill>
                      </a:tcPr>
                    </a:tc>
                    <a:tc>
                      <a:txBody>
                        <a:bodyPr/>
                        <a:lstStyle/>
                        <a:p>
                          <a:pPr algn="ctr"/>
                          <a:r>
                            <a:rPr lang="en-IN" sz="2800" b="1" dirty="0">
                              <a:solidFill>
                                <a:schemeClr val="bg1"/>
                              </a:solidFill>
                              <a:latin typeface="Arial" panose="020B0604020202020204" pitchFamily="34" charset="0"/>
                              <a:cs typeface="Arial" panose="020B0604020202020204" pitchFamily="34" charset="0"/>
                            </a:rPr>
                            <a:t>Width (</a:t>
                          </a:r>
                          <a:r>
                            <a:rPr lang="en-IN" sz="2800" b="1" dirty="0" err="1">
                              <a:solidFill>
                                <a:schemeClr val="bg1"/>
                              </a:solidFill>
                              <a:latin typeface="Arial" panose="020B0604020202020204" pitchFamily="34" charset="0"/>
                              <a:cs typeface="Arial" panose="020B0604020202020204" pitchFamily="34" charset="0"/>
                            </a:rPr>
                            <a:t>ft</a:t>
                          </a:r>
                          <a:r>
                            <a:rPr lang="en-IN" sz="2800" b="1" dirty="0">
                              <a:solidFill>
                                <a:schemeClr val="bg1"/>
                              </a:solidFill>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5B9A"/>
                        </a:solidFill>
                      </a:tcPr>
                    </a:tc>
                    <a:extLst>
                      <a:ext uri="{0D108BD9-81ED-4DB2-BD59-A6C34878D82A}">
                        <a16:rowId xmlns:a16="http://schemas.microsoft.com/office/drawing/2014/main" val="10001"/>
                      </a:ext>
                    </a:extLst>
                  </a:tr>
                  <a:tr h="901568">
                    <a:tc>
                      <a:txBody>
                        <a:bodyPr/>
                        <a:lstStyle/>
                        <a:p>
                          <a:pPr algn="ctr"/>
                          <a:r>
                            <a:rPr lang="en-IN" sz="2800" dirty="0">
                              <a:latin typeface="Arial" panose="020B0604020202020204" pitchFamily="34" charset="0"/>
                              <a:cs typeface="Arial" panose="020B0604020202020204" pitchFamily="34" charset="0"/>
                            </a:rPr>
                            <a:t>Door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 xmlns:m="http://schemas.openxmlformats.org/officeDocument/2006/math">
                              <m:r>
                                <a:rPr lang="en-IN" sz="2800" i="1" dirty="0" smtClean="0">
                                  <a:latin typeface="Cambria Math" panose="02040503050406030204" pitchFamily="18" charset="0"/>
                                </a:rPr>
                                <m:t>6</m:t>
                              </m:r>
                              <m:f>
                                <m:fPr>
                                  <m:ctrlPr>
                                    <a:rPr lang="en-IN" sz="2800" i="1" dirty="0" smtClean="0">
                                      <a:latin typeface="Cambria Math" panose="02040503050406030204" pitchFamily="18" charset="0"/>
                                    </a:rPr>
                                  </m:ctrlPr>
                                </m:fPr>
                                <m:num>
                                  <m:r>
                                    <a:rPr lang="en-US" sz="2800" b="0" i="1" dirty="0" smtClean="0">
                                      <a:latin typeface="Cambria Math" panose="02040503050406030204" pitchFamily="18" charset="0"/>
                                    </a:rPr>
                                    <m:t>3</m:t>
                                  </m:r>
                                </m:num>
                                <m:den>
                                  <m:r>
                                    <a:rPr lang="en-US" sz="2800" b="0" i="1" dirty="0" smtClean="0">
                                      <a:latin typeface="Cambria Math" panose="02040503050406030204" pitchFamily="18" charset="0"/>
                                    </a:rPr>
                                    <m:t>4</m:t>
                                  </m:r>
                                </m:den>
                              </m:f>
                            </m:oMath>
                          </a14:m>
                          <a:r>
                            <a:rPr lang="en-IN" sz="2800" dirty="0">
                              <a:latin typeface="Arial" panose="020B0604020202020204" pitchFamily="34" charset="0"/>
                              <a:cs typeface="Arial" panose="020B060402020202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 xmlns:m="http://schemas.openxmlformats.org/officeDocument/2006/math">
                              <m:r>
                                <a:rPr lang="en-US" sz="2800" b="0" i="1" smtClean="0">
                                  <a:latin typeface="Cambria Math" panose="02040503050406030204" pitchFamily="18" charset="0"/>
                                </a:rPr>
                                <m:t>2</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3</m:t>
                                  </m:r>
                                </m:num>
                                <m:den>
                                  <m:r>
                                    <a:rPr lang="en-US" sz="2800" b="0" i="1" smtClean="0">
                                      <a:latin typeface="Cambria Math" panose="02040503050406030204" pitchFamily="18" charset="0"/>
                                    </a:rPr>
                                    <m:t>4</m:t>
                                  </m:r>
                                </m:den>
                              </m:f>
                            </m:oMath>
                          </a14:m>
                          <a:r>
                            <a:rPr lang="en-IN" sz="2800" dirty="0">
                              <a:latin typeface="Arial" panose="020B0604020202020204" pitchFamily="34" charset="0"/>
                              <a:cs typeface="Arial" panose="020B060402020202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24736">
                    <a:tc>
                      <a:txBody>
                        <a:bodyPr/>
                        <a:lstStyle/>
                        <a:p>
                          <a:pPr algn="ctr"/>
                          <a:r>
                            <a:rPr lang="en-US" sz="2800" dirty="0">
                              <a:latin typeface="Arial" panose="020B0604020202020204" pitchFamily="34" charset="0"/>
                              <a:cs typeface="Arial" panose="020B0604020202020204" pitchFamily="34" charset="0"/>
                            </a:rPr>
                            <a:t>Window</a:t>
                          </a:r>
                          <a:endParaRPr lang="en-IN"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latin typeface="Arial" panose="020B0604020202020204" pitchFamily="34" charset="0"/>
                              <a:cs typeface="Arial" panose="020B0604020202020204" pitchFamily="34" charset="0"/>
                            </a:rPr>
                            <a:t>3</a:t>
                          </a:r>
                          <a:endParaRPr lang="en-IN"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latin typeface="Arial" panose="020B0604020202020204" pitchFamily="34" charset="0"/>
                              <a:cs typeface="Arial" panose="020B0604020202020204" pitchFamily="34" charset="0"/>
                            </a:rPr>
                            <a:t>5</a:t>
                          </a:r>
                          <a:endParaRPr lang="en-IN"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22" name="Table 6">
                <a:extLst>
                  <a:ext uri="{FF2B5EF4-FFF2-40B4-BE49-F238E27FC236}">
                    <a16:creationId xmlns:a16="http://schemas.microsoft.com/office/drawing/2014/main" id="{AF3D079C-3E4F-EC3A-3823-CA12382819B9}"/>
                  </a:ext>
                </a:extLst>
              </p:cNvPr>
              <p:cNvGraphicFramePr>
                <a:graphicFrameLocks noGrp="1"/>
              </p:cNvGraphicFramePr>
              <p:nvPr>
                <p:extLst>
                  <p:ext uri="{D42A27DB-BD31-4B8C-83A1-F6EECF244321}">
                    <p14:modId xmlns:p14="http://schemas.microsoft.com/office/powerpoint/2010/main" val="69966035"/>
                  </p:ext>
                </p:extLst>
              </p:nvPr>
            </p:nvGraphicFramePr>
            <p:xfrm>
              <a:off x="7363980" y="3988170"/>
              <a:ext cx="4314390" cy="2371184"/>
            </p:xfrm>
            <a:graphic>
              <a:graphicData uri="http://schemas.openxmlformats.org/drawingml/2006/table">
                <a:tbl>
                  <a:tblPr firstRow="1" bandRow="1">
                    <a:tableStyleId>{5C22544A-7EE6-4342-B048-85BDC9FD1C3A}</a:tableStyleId>
                  </a:tblPr>
                  <a:tblGrid>
                    <a:gridCol w="1577249">
                      <a:extLst>
                        <a:ext uri="{9D8B030D-6E8A-4147-A177-3AD203B41FA5}">
                          <a16:colId xmlns:a16="http://schemas.microsoft.com/office/drawing/2014/main" val="20000"/>
                        </a:ext>
                      </a:extLst>
                    </a:gridCol>
                    <a:gridCol w="1420070">
                      <a:extLst>
                        <a:ext uri="{9D8B030D-6E8A-4147-A177-3AD203B41FA5}">
                          <a16:colId xmlns:a16="http://schemas.microsoft.com/office/drawing/2014/main" val="20001"/>
                        </a:ext>
                      </a:extLst>
                    </a:gridCol>
                    <a:gridCol w="1317071">
                      <a:extLst>
                        <a:ext uri="{9D8B030D-6E8A-4147-A177-3AD203B41FA5}">
                          <a16:colId xmlns:a16="http://schemas.microsoft.com/office/drawing/2014/main" val="20002"/>
                        </a:ext>
                      </a:extLst>
                    </a:gridCol>
                  </a:tblGrid>
                  <a:tr h="944880">
                    <a:tc>
                      <a:txBody>
                        <a:bodyPr/>
                        <a:lstStyle/>
                        <a:p>
                          <a:pPr algn="ctr"/>
                          <a:r>
                            <a:rPr lang="en-US" sz="2800" b="1" dirty="0">
                              <a:solidFill>
                                <a:schemeClr val="bg1"/>
                              </a:solidFill>
                              <a:latin typeface="Arial" panose="020B0604020202020204" pitchFamily="34" charset="0"/>
                              <a:cs typeface="Arial" panose="020B0604020202020204" pitchFamily="34" charset="0"/>
                            </a:rPr>
                            <a:t>Part</a:t>
                          </a:r>
                          <a:endParaRPr lang="en-IN" sz="28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5B9A"/>
                        </a:solidFill>
                      </a:tcPr>
                    </a:tc>
                    <a:tc>
                      <a:txBody>
                        <a:bodyPr/>
                        <a:lstStyle/>
                        <a:p>
                          <a:pPr algn="ctr"/>
                          <a:r>
                            <a:rPr lang="en-US" sz="2800" b="1" dirty="0">
                              <a:solidFill>
                                <a:schemeClr val="bg1"/>
                              </a:solidFill>
                              <a:latin typeface="Arial" panose="020B0604020202020204" pitchFamily="34" charset="0"/>
                              <a:cs typeface="Arial" panose="020B0604020202020204" pitchFamily="34" charset="0"/>
                            </a:rPr>
                            <a:t>Height (</a:t>
                          </a:r>
                          <a:r>
                            <a:rPr lang="en-US" sz="2800" b="1" dirty="0" err="1">
                              <a:solidFill>
                                <a:schemeClr val="bg1"/>
                              </a:solidFill>
                              <a:latin typeface="Arial" panose="020B0604020202020204" pitchFamily="34" charset="0"/>
                              <a:cs typeface="Arial" panose="020B0604020202020204" pitchFamily="34" charset="0"/>
                            </a:rPr>
                            <a:t>ft</a:t>
                          </a:r>
                          <a:r>
                            <a:rPr lang="en-US" sz="2800" b="1" dirty="0">
                              <a:solidFill>
                                <a:schemeClr val="bg1"/>
                              </a:solidFill>
                              <a:latin typeface="Arial" panose="020B0604020202020204" pitchFamily="34" charset="0"/>
                              <a:cs typeface="Arial" panose="020B0604020202020204" pitchFamily="34" charset="0"/>
                            </a:rPr>
                            <a:t>)</a:t>
                          </a:r>
                          <a:endParaRPr lang="en-IN" sz="28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5B9A"/>
                        </a:solidFill>
                      </a:tcPr>
                    </a:tc>
                    <a:tc>
                      <a:txBody>
                        <a:bodyPr/>
                        <a:lstStyle/>
                        <a:p>
                          <a:pPr algn="ctr"/>
                          <a:r>
                            <a:rPr lang="en-IN" sz="2800" b="1" dirty="0">
                              <a:solidFill>
                                <a:schemeClr val="bg1"/>
                              </a:solidFill>
                              <a:latin typeface="Arial" panose="020B0604020202020204" pitchFamily="34" charset="0"/>
                              <a:cs typeface="Arial" panose="020B0604020202020204" pitchFamily="34" charset="0"/>
                            </a:rPr>
                            <a:t>Width (</a:t>
                          </a:r>
                          <a:r>
                            <a:rPr lang="en-IN" sz="2800" b="1" dirty="0" err="1">
                              <a:solidFill>
                                <a:schemeClr val="bg1"/>
                              </a:solidFill>
                              <a:latin typeface="Arial" panose="020B0604020202020204" pitchFamily="34" charset="0"/>
                              <a:cs typeface="Arial" panose="020B0604020202020204" pitchFamily="34" charset="0"/>
                            </a:rPr>
                            <a:t>ft</a:t>
                          </a:r>
                          <a:r>
                            <a:rPr lang="en-IN" sz="2800" b="1" dirty="0">
                              <a:solidFill>
                                <a:schemeClr val="bg1"/>
                              </a:solidFill>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5B9A"/>
                        </a:solidFill>
                      </a:tcPr>
                    </a:tc>
                    <a:extLst>
                      <a:ext uri="{0D108BD9-81ED-4DB2-BD59-A6C34878D82A}">
                        <a16:rowId xmlns:a16="http://schemas.microsoft.com/office/drawing/2014/main" val="10001"/>
                      </a:ext>
                    </a:extLst>
                  </a:tr>
                  <a:tr h="901568">
                    <a:tc>
                      <a:txBody>
                        <a:bodyPr/>
                        <a:lstStyle/>
                        <a:p>
                          <a:pPr algn="ctr"/>
                          <a:r>
                            <a:rPr lang="en-IN" sz="2800" dirty="0">
                              <a:latin typeface="Arial" panose="020B0604020202020204" pitchFamily="34" charset="0"/>
                              <a:cs typeface="Arial" panose="020B0604020202020204" pitchFamily="34" charset="0"/>
                            </a:rPr>
                            <a:t>Door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2017" t="-110738" r="-93562" b="-7583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28704" t="-110738" r="-926" b="-75839"/>
                          </a:stretch>
                        </a:blipFill>
                      </a:tcPr>
                    </a:tc>
                    <a:extLst>
                      <a:ext uri="{0D108BD9-81ED-4DB2-BD59-A6C34878D82A}">
                        <a16:rowId xmlns:a16="http://schemas.microsoft.com/office/drawing/2014/main" val="10002"/>
                      </a:ext>
                    </a:extLst>
                  </a:tr>
                  <a:tr h="524736">
                    <a:tc>
                      <a:txBody>
                        <a:bodyPr/>
                        <a:lstStyle/>
                        <a:p>
                          <a:pPr algn="ctr"/>
                          <a:r>
                            <a:rPr lang="en-US" sz="2800" dirty="0">
                              <a:latin typeface="Arial" panose="020B0604020202020204" pitchFamily="34" charset="0"/>
                              <a:cs typeface="Arial" panose="020B0604020202020204" pitchFamily="34" charset="0"/>
                            </a:rPr>
                            <a:t>Window</a:t>
                          </a:r>
                          <a:endParaRPr lang="en-IN"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latin typeface="Arial" panose="020B0604020202020204" pitchFamily="34" charset="0"/>
                              <a:cs typeface="Arial" panose="020B0604020202020204" pitchFamily="34" charset="0"/>
                            </a:rPr>
                            <a:t>3</a:t>
                          </a:r>
                          <a:endParaRPr lang="en-IN"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latin typeface="Arial" panose="020B0604020202020204" pitchFamily="34" charset="0"/>
                              <a:cs typeface="Arial" panose="020B0604020202020204" pitchFamily="34" charset="0"/>
                            </a:rPr>
                            <a:t>5</a:t>
                          </a:r>
                          <a:endParaRPr lang="en-IN"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Fallback>
      </mc:AlternateContent>
      <p:sp>
        <p:nvSpPr>
          <p:cNvPr id="2" name="Content Placeholder 2">
            <a:extLst>
              <a:ext uri="{FF2B5EF4-FFF2-40B4-BE49-F238E27FC236}">
                <a16:creationId xmlns:a16="http://schemas.microsoft.com/office/drawing/2014/main" id="{5F7BADE3-D9CA-01B4-A82D-F0EB0CA0F20E}"/>
              </a:ext>
            </a:extLst>
          </p:cNvPr>
          <p:cNvSpPr txBox="1">
            <a:spLocks/>
          </p:cNvSpPr>
          <p:nvPr/>
        </p:nvSpPr>
        <p:spPr>
          <a:xfrm>
            <a:off x="484565" y="3804601"/>
            <a:ext cx="6027349" cy="182880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Question: </a:t>
            </a:r>
            <a:r>
              <a:rPr lang="en-US" sz="2800" dirty="0">
                <a:solidFill>
                  <a:schemeClr val="tx1">
                    <a:lumMod val="85000"/>
                    <a:lumOff val="15000"/>
                  </a:schemeClr>
                </a:solidFill>
                <a:latin typeface="Arial" panose="020B0604020202020204" pitchFamily="34" charset="0"/>
                <a:cs typeface="Arial" panose="020B0604020202020204" pitchFamily="34" charset="0"/>
              </a:rPr>
              <a:t>How many gallons of paint are needed to cover the walls of </a:t>
            </a:r>
            <a:r>
              <a:rPr lang="en-US" sz="2800" dirty="0" err="1">
                <a:solidFill>
                  <a:schemeClr val="tx1">
                    <a:lumMod val="85000"/>
                    <a:lumOff val="15000"/>
                  </a:schemeClr>
                </a:solidFill>
                <a:latin typeface="Arial" panose="020B0604020202020204" pitchFamily="34" charset="0"/>
                <a:cs typeface="Arial" panose="020B0604020202020204" pitchFamily="34" charset="0"/>
              </a:rPr>
              <a:t>Tahira’s</a:t>
            </a:r>
            <a:r>
              <a:rPr lang="en-US" sz="2800" dirty="0">
                <a:solidFill>
                  <a:schemeClr val="tx1">
                    <a:lumMod val="85000"/>
                    <a:lumOff val="15000"/>
                  </a:schemeClr>
                </a:solidFill>
                <a:latin typeface="Arial" panose="020B0604020202020204" pitchFamily="34" charset="0"/>
                <a:cs typeface="Arial" panose="020B0604020202020204" pitchFamily="34" charset="0"/>
              </a:rPr>
              <a:t> bedroom that is 20 feet long, 15 feet wide, and 8 feet high?</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9175" y="1510027"/>
            <a:ext cx="2978347" cy="3348000"/>
          </a:xfrm>
          <a:prstGeom prst="rect">
            <a:avLst/>
          </a:prstGeom>
        </p:spPr>
      </p:pic>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2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47</a:t>
            </a:r>
          </a:p>
        </p:txBody>
      </p:sp>
      <p:sp>
        <p:nvSpPr>
          <p:cNvPr id="2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  PLAN IT • SOLVE IT • PROVE IT</a:t>
            </a:r>
          </a:p>
        </p:txBody>
      </p:sp>
    </p:spTree>
    <p:extLst>
      <p:ext uri="{BB962C8B-B14F-4D97-AF65-F5344CB8AC3E}">
        <p14:creationId xmlns:p14="http://schemas.microsoft.com/office/powerpoint/2010/main" val="26808702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82DA0"/>
                </a:solidFill>
                <a:latin typeface="Arial" panose="020B0604020202020204" pitchFamily="34" charset="0"/>
                <a:cs typeface="Arial" panose="020B0604020202020204" pitchFamily="34" charset="0"/>
              </a:rPr>
              <a:t>Learning Targets</a:t>
            </a: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C295F341-FE2E-DE9F-9BED-5E0A1247294A}"/>
              </a:ext>
            </a:extLst>
          </p:cNvPr>
          <p:cNvSpPr txBox="1">
            <a:spLocks/>
          </p:cNvSpPr>
          <p:nvPr/>
        </p:nvSpPr>
        <p:spPr>
          <a:xfrm>
            <a:off x="484564" y="927528"/>
            <a:ext cx="8459745" cy="530510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457200" indent="-457200">
              <a:spcBef>
                <a:spcPts val="1800"/>
              </a:spcBef>
              <a:buFont typeface="Arial" panose="020B0604020202020204" pitchFamily="34" charset="0"/>
              <a:buChar char="•"/>
            </a:pPr>
            <a:r>
              <a:rPr lang="en-US" sz="2800" dirty="0">
                <a:solidFill>
                  <a:schemeClr val="tx1">
                    <a:lumMod val="85000"/>
                    <a:lumOff val="15000"/>
                  </a:schemeClr>
                </a:solidFill>
                <a:latin typeface="Arial" panose="020B0604020202020204" pitchFamily="34" charset="0"/>
                <a:cs typeface="Arial" panose="020B0604020202020204" pitchFamily="34" charset="0"/>
              </a:rPr>
              <a:t>I can use nets and a formula to determine the surface area of rectangular prisms.</a:t>
            </a:r>
          </a:p>
          <a:p>
            <a:pPr marL="457200" indent="-457200">
              <a:spcBef>
                <a:spcPts val="1800"/>
              </a:spcBef>
              <a:buFont typeface="Arial" panose="020B0604020202020204" pitchFamily="34" charset="0"/>
              <a:buChar char="•"/>
            </a:pPr>
            <a:r>
              <a:rPr lang="en-US" sz="2800" dirty="0">
                <a:solidFill>
                  <a:schemeClr val="tx1">
                    <a:lumMod val="85000"/>
                    <a:lumOff val="15000"/>
                  </a:schemeClr>
                </a:solidFill>
                <a:latin typeface="Arial" panose="020B0604020202020204" pitchFamily="34" charset="0"/>
                <a:cs typeface="Arial" panose="020B0604020202020204" pitchFamily="34" charset="0"/>
              </a:rPr>
              <a:t>I can use nets and a formula to determine the surface area of triangular prisms. ​</a:t>
            </a:r>
          </a:p>
          <a:p>
            <a:pPr marL="457200" indent="-457200">
              <a:spcBef>
                <a:spcPts val="1800"/>
              </a:spcBef>
              <a:buFont typeface="Arial" panose="020B0604020202020204" pitchFamily="34" charset="0"/>
              <a:buChar char="•"/>
            </a:pPr>
            <a:r>
              <a:rPr lang="en-US" sz="2800" dirty="0">
                <a:solidFill>
                  <a:schemeClr val="tx1">
                    <a:lumMod val="85000"/>
                    <a:lumOff val="15000"/>
                  </a:schemeClr>
                </a:solidFill>
                <a:latin typeface="Arial" panose="020B0604020202020204" pitchFamily="34" charset="0"/>
                <a:cs typeface="Arial" panose="020B0604020202020204" pitchFamily="34" charset="0"/>
              </a:rPr>
              <a:t>I can look for and make use of structure to find the surface area of prisms.</a:t>
            </a:r>
          </a:p>
        </p:txBody>
      </p:sp>
      <p:sp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47</a:t>
            </a:r>
          </a:p>
        </p:txBody>
      </p:sp>
      <p:grpSp xmlns:a="http://schemas.openxmlformats.org/drawingml/2006/main" xmlns:p="http://schemas.openxmlformats.org/presentationml/2006/main">
        <p:nvGrpSpPr>
          <p:cNvPr id="16" name="TEACH-1-student-move" descr="TEACH 1 · Facilitate clear, standards-based content learning"/>
          <p:cNvGrpSpPr/>
          <p:nvPr/>
        </p:nvGrpSpPr>
        <p:grpSpPr>
          <a:xfrm>
            <a:off x="502920" y="5472790"/>
            <a:ext cx="11186160" cy="402336"/>
            <a:chOff x="502920" y="5472790"/>
            <a:chExt cx="11186160" cy="402336"/>
          </a:xfrm>
        </p:grpSpPr>
        <p:sp>
          <p:nvSpPr>
            <p:cNvPr id="17"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536798"/>
              <a:ext cx="100584" cy="274320"/>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extLst>
      <p:ext uri="{BB962C8B-B14F-4D97-AF65-F5344CB8AC3E}">
        <p14:creationId xmlns:p14="http://schemas.microsoft.com/office/powerpoint/2010/main" val="3589764002"/>
      </p:ext>
    </p:extLst>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1"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192"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5-7 · Determine Surface Area of Prisms   |   Warm-Up · about 4 minutes</a:t>
            </a:r>
          </a:p>
        </p:txBody>
      </p:sp>
      <p:sp>
        <p:nvSpPr>
          <p:cNvPr id="193"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194"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195"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98"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12 + 12 + 20 + 20 + 15 + 15 = ______</a:t>
            </a:r>
          </a:p>
        </p:txBody>
      </p:sp>
      <p:sp>
        <p:nvSpPr>
          <p:cNvPr id="199"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02"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A face is a 9 cm by 4 cm rectangle. Its area = ______</a:t>
            </a:r>
          </a:p>
        </p:txBody>
      </p:sp>
      <p:sp>
        <p:nvSpPr>
          <p:cNvPr id="203"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06"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The faces of a rectangular prism come in ______ matching pairs</a:t>
            </a:r>
          </a:p>
        </p:txBody>
      </p:sp>
      <p:sp>
        <p:nvSpPr>
          <p:cNvPr id="207"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10"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One face is 18 square inches. That face and its match cover ______</a:t>
            </a:r>
          </a:p>
        </p:txBody>
      </p:sp>
      <p:sp>
        <p:nvSpPr>
          <p:cNvPr id="211"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12"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47</a:t>
            </a: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1"/>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457" name="Google Shape;457;p4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5-7 · Determine Surface Area of Prisms</a:t>
            </a:r>
            <a:endParaRPr/>
          </a:p>
        </p:txBody>
      </p:sp>
      <p:sp>
        <p:nvSpPr>
          <p:cNvPr id="458" name="Google Shape;458;p4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0" name="Google Shape;460;p41"/>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1: Math Words</a:t>
            </a:r>
            <a:endParaRPr/>
          </a:p>
        </p:txBody>
      </p:sp>
      <p:sp>
        <p:nvSpPr>
          <p:cNvPr id="461" name="Google Shape;461;p41"/>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41"/>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463" name="Google Shape;463;p41"/>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41"/>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41"/>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66" name="Google Shape;466;p41"/>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4223A"/>
                </a:solidFill>
                <a:latin typeface="Arial"/>
                <a:ea typeface="Arial"/>
                <a:cs typeface="Arial"/>
                <a:sym typeface="Arial"/>
              </a:rPr>
              <a:t>Surface Area</a:t>
            </a:r>
            <a:endParaRPr/>
          </a:p>
        </p:txBody>
      </p:sp>
      <p:sp>
        <p:nvSpPr>
          <p:cNvPr id="467" name="Google Shape;467;p41"/>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US" sz="1450" u="none" cap="none" strike="noStrike">
                <a:solidFill>
                  <a:srgbClr val="475569"/>
                </a:solidFill>
                <a:latin typeface="Arial"/>
                <a:ea typeface="Arial"/>
                <a:cs typeface="Arial"/>
                <a:sym typeface="Arial"/>
              </a:rPr>
              <a:t xml:space="preserve">The total </a:t>
            </a:r>
            <a:r>
              <a:rPr b="1" i="0" lang="en-US" sz="1450" u="none" cap="none" strike="noStrike">
                <a:solidFill>
                  <a:srgbClr val="475569"/>
                </a:solidFill>
                <a:latin typeface="Arial"/>
                <a:ea typeface="Arial"/>
                <a:cs typeface="Arial"/>
                <a:sym typeface="Arial"/>
              </a:rPr>
              <a:t xml:space="preserve">area</a:t>
            </a:r>
            <a:r>
              <a:rPr b="0" i="0" lang="en-US" sz="1450" u="none" cap="none" strike="noStrike">
                <a:solidFill>
                  <a:srgbClr val="475569"/>
                </a:solidFill>
                <a:latin typeface="Arial"/>
                <a:ea typeface="Arial"/>
                <a:cs typeface="Arial"/>
                <a:sym typeface="Arial"/>
              </a:rPr>
              <a:t xml:space="preserve"> of all the </a:t>
            </a:r>
            <a:r>
              <a:rPr b="1" i="0" lang="en-US" sz="1450" u="none" cap="none" strike="noStrike">
                <a:solidFill>
                  <a:srgbClr val="475569"/>
                </a:solidFill>
                <a:latin typeface="Arial"/>
                <a:ea typeface="Arial"/>
                <a:cs typeface="Arial"/>
                <a:sym typeface="Arial"/>
              </a:rPr>
              <a:t xml:space="preserve">faces</a:t>
            </a:r>
            <a:r>
              <a:rPr b="0" i="0" lang="en-US" sz="1450" u="none" cap="none" strike="noStrike">
                <a:solidFill>
                  <a:srgbClr val="475569"/>
                </a:solidFill>
                <a:latin typeface="Arial"/>
                <a:ea typeface="Arial"/>
                <a:cs typeface="Arial"/>
                <a:sym typeface="Arial"/>
              </a:rPr>
              <a:t xml:space="preserve"> of a 3-D figure</a:t>
            </a:r>
            <a:endParaRPr/>
          </a:p>
        </p:txBody>
      </p:sp>
      <p:sp>
        <p:nvSpPr>
          <p:cNvPr id="468" name="Google Shape;468;p41"/>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41"/>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41"/>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471" name="Google Shape;471;p41"/>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4223A"/>
                </a:solidFill>
                <a:latin typeface="Arial"/>
                <a:ea typeface="Arial"/>
                <a:cs typeface="Arial"/>
                <a:sym typeface="Arial"/>
              </a:rPr>
              <a:t>Net</a:t>
            </a:r>
            <a:endParaRPr/>
          </a:p>
        </p:txBody>
      </p:sp>
      <p:sp>
        <p:nvSpPr>
          <p:cNvPr id="472" name="Google Shape;472;p41"/>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US" sz="1450" u="none" cap="none" strike="noStrike">
                <a:solidFill>
                  <a:srgbClr val="475569"/>
                </a:solidFill>
                <a:latin typeface="Arial"/>
                <a:ea typeface="Arial"/>
                <a:cs typeface="Arial"/>
                <a:sym typeface="Arial"/>
              </a:rPr>
              <a:t>A flat pattern that folds up to make a 3-D figure</a:t>
            </a:r>
            <a:endParaRPr/>
          </a:p>
        </p:txBody>
      </p:sp>
      <p:sp>
        <p:nvSpPr>
          <p:cNvPr id="473" name="Google Shape;473;p41"/>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41"/>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41"/>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476" name="Google Shape;476;p41"/>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4223A"/>
                </a:solidFill>
                <a:latin typeface="Arial"/>
                <a:ea typeface="Arial"/>
                <a:cs typeface="Arial"/>
                <a:sym typeface="Arial"/>
              </a:rPr>
              <a:t>Face</a:t>
            </a:r>
            <a:endParaRPr/>
          </a:p>
        </p:txBody>
      </p:sp>
      <p:sp>
        <p:nvSpPr>
          <p:cNvPr id="477" name="Google Shape;477;p41"/>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US" sz="1450" u="none" cap="none" strike="noStrike">
                <a:solidFill>
                  <a:srgbClr val="475569"/>
                </a:solidFill>
                <a:latin typeface="Arial"/>
                <a:ea typeface="Arial"/>
                <a:cs typeface="Arial"/>
                <a:sym typeface="Arial"/>
              </a:rPr>
              <a:t>One flat surface of a three-dimensional figure</a:t>
            </a:r>
            <a:endParaRPr/>
          </a:p>
        </p:txBody>
      </p:sp>
      <p:sp>
        <p:nvSpPr>
          <p:cNvPr id="4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47</a:t>
            </a:r>
          </a:p>
        </p:txBody>
      </p:sp>
      <p:grpSp xmlns:a="http://schemas.openxmlformats.org/drawingml/2006/main" xmlns:p="http://schemas.openxmlformats.org/presentationml/2006/main">
        <p:nvGrpSpPr>
          <p:cNvPr id="479" name="TEACH-1-student-move" descr="TEACH 1 · Facilitate clear, standards-based content learning"/>
          <p:cNvGrpSpPr/>
          <p:nvPr/>
        </p:nvGrpSpPr>
        <p:grpSpPr>
          <a:xfrm>
            <a:off x="6187440" y="1682496"/>
            <a:ext cx="5501640" cy="594360"/>
            <a:chOff x="6187440" y="1682496"/>
            <a:chExt cx="5501640" cy="594360"/>
          </a:xfrm>
        </p:grpSpPr>
        <p:sp>
          <p:nvSpPr>
            <p:cNvPr id="480"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481" name="TEACH-move-rule"/>
            <p:cNvSpPr/>
            <p:nvPr/>
          </p:nvSpPr>
          <p:spPr>
            <a:xfrm>
              <a:off x="6233160" y="1842516"/>
              <a:ext cx="100584" cy="274320"/>
            </a:xfrm>
            <a:prstGeom prst="roundRect">
              <a:avLst>
                <a:gd name="adj" fmla="val 50000"/>
              </a:avLst>
            </a:prstGeom>
            <a:solidFill>
              <a:srgbClr val="01708C"/>
            </a:solidFill>
            <a:ln>
              <a:noFill/>
            </a:ln>
          </p:spPr>
          <p:txBody>
            <a:bodyPr/>
            <a:lstStyle/>
            <a:p>
              <a:endParaRPr/>
            </a:p>
          </p:txBody>
        </p:sp>
        <p:sp>
          <p:nvSpPr>
            <p:cNvPr id="482"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4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4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485" name="Google Shape;485;p4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5-7 · Determine Surface Area of Prisms</a:t>
            </a:r>
            <a:endParaRPr/>
          </a:p>
        </p:txBody>
      </p:sp>
      <p:sp>
        <p:nvSpPr>
          <p:cNvPr id="486" name="Google Shape;486;p4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4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8" name="Google Shape;488;p4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489" name="Google Shape;489;p4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4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491" name="Google Shape;491;p42"/>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42"/>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Surface Area of Prisms</a:t>
            </a:r>
            <a:endParaRPr/>
          </a:p>
        </p:txBody>
      </p:sp>
      <p:sp>
        <p:nvSpPr>
          <p:cNvPr id="493" name="Google Shape;493;p42"/>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42"/>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Surface Area = Sum of the Areas of All the Faces</a:t>
            </a:r>
            <a:endParaRPr/>
          </a:p>
        </p:txBody>
      </p:sp>
      <p:sp>
        <p:nvSpPr>
          <p:cNvPr id="495" name="Google Shape;495;p42"/>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42"/>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497" name="Google Shape;497;p42"/>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Draw a </a:t>
            </a:r>
            <a:r>
              <a:rPr b="1" i="0" lang="en-US" sz="1600" u="none" cap="none" strike="noStrike">
                <a:solidFill>
                  <a:srgbClr val="14223A"/>
                </a:solidFill>
                <a:latin typeface="Arial"/>
                <a:ea typeface="Arial"/>
                <a:cs typeface="Arial"/>
                <a:sym typeface="Arial"/>
              </a:rPr>
              <a:t xml:space="preserve">net</a:t>
            </a:r>
            <a:r>
              <a:rPr b="0" i="0" lang="en-US" sz="1600" u="none" cap="none" strike="noStrike">
                <a:solidFill>
                  <a:srgbClr val="14223A"/>
                </a:solidFill>
                <a:latin typeface="Arial"/>
                <a:ea typeface="Arial"/>
                <a:cs typeface="Arial"/>
                <a:sym typeface="Arial"/>
              </a:rPr>
              <a:t xml:space="preserve"> to unfold the </a:t>
            </a:r>
            <a:r>
              <a:rPr b="1" i="0" lang="en-US" sz="1600" u="none" cap="none" strike="noStrike">
                <a:solidFill>
                  <a:srgbClr val="14223A"/>
                </a:solidFill>
                <a:latin typeface="Arial"/>
                <a:ea typeface="Arial"/>
                <a:cs typeface="Arial"/>
                <a:sym typeface="Arial"/>
              </a:rPr>
              <a:t xml:space="preserve">prism</a:t>
            </a:r>
            <a:r>
              <a:rPr b="0" i="0" lang="en-US" sz="1600" u="none" cap="none" strike="noStrike">
                <a:solidFill>
                  <a:srgbClr val="14223A"/>
                </a:solidFill>
                <a:latin typeface="Arial"/>
                <a:ea typeface="Arial"/>
                <a:cs typeface="Arial"/>
                <a:sym typeface="Arial"/>
              </a:rPr>
              <a:t xml:space="preserve"> into its flat faces</a:t>
            </a:r>
            <a:endParaRPr/>
          </a:p>
        </p:txBody>
      </p:sp>
      <p:sp>
        <p:nvSpPr>
          <p:cNvPr id="498" name="Google Shape;498;p42"/>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42"/>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00" name="Google Shape;500;p42"/>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Find the </a:t>
            </a:r>
            <a:r>
              <a:rPr b="1" i="0" lang="en-US" sz="1600" u="none" cap="none" strike="noStrike">
                <a:solidFill>
                  <a:srgbClr val="14223A"/>
                </a:solidFill>
                <a:latin typeface="Arial"/>
                <a:ea typeface="Arial"/>
                <a:cs typeface="Arial"/>
                <a:sym typeface="Arial"/>
              </a:rPr>
              <a:t xml:space="preserve">area</a:t>
            </a:r>
            <a:r>
              <a:rPr b="0" i="0" lang="en-US" sz="1600" u="none" cap="none" strike="noStrike">
                <a:solidFill>
                  <a:srgbClr val="14223A"/>
                </a:solidFill>
                <a:latin typeface="Arial"/>
                <a:ea typeface="Arial"/>
                <a:cs typeface="Arial"/>
                <a:sym typeface="Arial"/>
              </a:rPr>
              <a:t xml:space="preserve"> of each </a:t>
            </a:r>
            <a:r>
              <a:rPr b="1" i="0" lang="en-US" sz="1600" u="none" cap="none" strike="noStrike">
                <a:solidFill>
                  <a:srgbClr val="14223A"/>
                </a:solidFill>
                <a:latin typeface="Arial"/>
                <a:ea typeface="Arial"/>
                <a:cs typeface="Arial"/>
                <a:sym typeface="Arial"/>
              </a:rPr>
              <a:t xml:space="preserve">face</a:t>
            </a:r>
            <a:r>
              <a:rPr b="0" i="0" lang="en-US" sz="1600" u="none" cap="none" strike="noStrike">
                <a:solidFill>
                  <a:srgbClr val="14223A"/>
                </a:solidFill>
                <a:latin typeface="Arial"/>
                <a:ea typeface="Arial"/>
                <a:cs typeface="Arial"/>
                <a:sym typeface="Arial"/>
              </a:rPr>
              <a:t xml:space="preserve"> using its own area formula</a:t>
            </a:r>
            <a:endParaRPr/>
          </a:p>
        </p:txBody>
      </p:sp>
      <p:sp>
        <p:nvSpPr>
          <p:cNvPr id="501" name="Google Shape;501;p42"/>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42"/>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03" name="Google Shape;503;p42"/>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Add all the face areas together to find the </a:t>
            </a:r>
            <a:r>
              <a:rPr b="1" i="0" lang="en-US" sz="1600" u="none" cap="none" strike="noStrike">
                <a:solidFill>
                  <a:srgbClr val="14223A"/>
                </a:solidFill>
                <a:latin typeface="Arial"/>
                <a:ea typeface="Arial"/>
                <a:cs typeface="Arial"/>
                <a:sym typeface="Arial"/>
              </a:rPr>
              <a:t xml:space="preserve">surface area</a:t>
            </a:r>
            <a:endParaRPr/>
          </a:p>
        </p:txBody>
      </p:sp>
      <p:sp>
        <p:nvSpPr>
          <p:cNvPr id="50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47</a:t>
            </a:r>
          </a:p>
        </p:txBody>
      </p:sp>
      <p:sp xmlns:p="http://schemas.openxmlformats.org/presentationml/2006/main" xmlns:a="http://schemas.openxmlformats.org/drawingml/2006/main">
        <p:nvSpPr>
          <p:cNvPr id="505"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32"/>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3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Objectives</a:t>
            </a:r>
            <a:endParaRPr/>
          </a:p>
        </p:txBody>
      </p:sp>
      <p:sp>
        <p:nvSpPr>
          <p:cNvPr id="269" name="Google Shape;269;p3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5-7 · Determine Surface Area of Prisms</a:t>
            </a:r>
            <a:endParaRPr/>
          </a:p>
        </p:txBody>
      </p:sp>
      <p:sp>
        <p:nvSpPr>
          <p:cNvPr id="270" name="Google Shape;270;p3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3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272" name="Google Shape;272;p32"/>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800" u="none" cap="none" strike="noStrike">
                <a:solidFill>
                  <a:srgbClr val="14223A"/>
                </a:solidFill>
                <a:latin typeface="Arial"/>
                <a:ea typeface="Arial"/>
                <a:cs typeface="Arial"/>
                <a:sym typeface="Arial"/>
              </a:rPr>
              <a:t>Determine Surface Area of Prisms</a:t>
            </a:r>
            <a:endParaRPr/>
          </a:p>
        </p:txBody>
      </p:sp>
      <p:sp>
        <p:nvSpPr>
          <p:cNvPr id="273" name="Google Shape;273;p32"/>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475569"/>
                </a:solidFill>
                <a:latin typeface="Arial"/>
                <a:ea typeface="Arial"/>
                <a:cs typeface="Arial"/>
                <a:sym typeface="Arial"/>
              </a:rPr>
              <a:t>Maryland Standard 6.GR.4</a:t>
            </a:r>
            <a:endParaRPr/>
          </a:p>
        </p:txBody>
      </p:sp>
      <p:sp>
        <p:nvSpPr>
          <p:cNvPr id="274" name="Google Shape;274;p32"/>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32"/>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32"/>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F766E"/>
                </a:solidFill>
                <a:latin typeface="Arial"/>
                <a:ea typeface="Arial"/>
                <a:cs typeface="Arial"/>
                <a:sym typeface="Arial"/>
              </a:rPr>
              <a:t>CONTENT OBJECTIVE</a:t>
            </a:r>
            <a:endParaRPr/>
          </a:p>
        </p:txBody>
      </p:sp>
      <p:sp>
        <p:nvSpPr>
          <p:cNvPr id="277" name="Google Shape;277;p32"/>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Restate the goal in your words</a:t>
            </a:r>
            <a:endParaRPr/>
          </a:p>
        </p:txBody>
      </p:sp>
      <p:sp>
        <p:nvSpPr>
          <p:cNvPr id="278" name="Google Shape;278;p32"/>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i="0" lang="en-US" sz="2500" u="none" cap="none" strike="noStrike">
                <a:solidFill>
                  <a:srgbClr val="14223A"/>
                </a:solidFill>
                <a:latin typeface="Arial"/>
                <a:ea typeface="Arial"/>
                <a:cs typeface="Arial"/>
                <a:sym typeface="Arial"/>
              </a:rPr>
              <a:t>I can use a net to find the surface area of a prism by adding the area of every face.</a:t>
            </a:r>
            <a:endParaRPr/>
          </a:p>
        </p:txBody>
      </p:sp>
      <p:sp>
        <p:nvSpPr>
          <p:cNvPr id="279" name="Google Shape;279;p32"/>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32"/>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p32"/>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C2410C"/>
                </a:solidFill>
                <a:latin typeface="Arial"/>
                <a:ea typeface="Arial"/>
                <a:cs typeface="Arial"/>
                <a:sym typeface="Arial"/>
              </a:rPr>
              <a:t>LANGUAGE OBJECTIVE</a:t>
            </a:r>
            <a:endParaRPr/>
          </a:p>
        </p:txBody>
      </p:sp>
      <p:sp>
        <p:nvSpPr>
          <p:cNvPr id="282" name="Google Shape;282;p32"/>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Use these words to explain why</a:t>
            </a:r>
            <a:endParaRPr/>
          </a:p>
        </p:txBody>
      </p:sp>
      <p:sp>
        <p:nvSpPr>
          <p:cNvPr id="283" name="Google Shape;283;p32"/>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i="0" lang="en-US" sz="2500" u="none" cap="none" strike="noStrike">
                <a:solidFill>
                  <a:srgbClr val="14223A"/>
                </a:solidFill>
                <a:latin typeface="Arial"/>
                <a:ea typeface="Arial"/>
                <a:cs typeface="Arial"/>
                <a:sym typeface="Arial"/>
              </a:rPr>
              <a:t>I can explain my work using the words net, face, base, prism, and surface area.</a:t>
            </a:r>
            <a:endParaRPr/>
          </a:p>
        </p:txBody>
      </p:sp>
      <p:sp>
        <p:nvSpPr>
          <p:cNvPr id="2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47</a:t>
            </a:r>
          </a:p>
        </p:txBody>
      </p:sp>
      <p:grpSp xmlns:a="http://schemas.openxmlformats.org/drawingml/2006/main" xmlns:p="http://schemas.openxmlformats.org/presentationml/2006/main">
        <p:nvGrpSpPr>
          <p:cNvPr id="285" name="TEACH-1-student-move" descr="TEACH 1 · Facilitate clear, standards-based content learning"/>
          <p:cNvGrpSpPr/>
          <p:nvPr/>
        </p:nvGrpSpPr>
        <p:grpSpPr>
          <a:xfrm>
            <a:off x="502920" y="1993392"/>
            <a:ext cx="11186160" cy="402336"/>
            <a:chOff x="502920" y="1993392"/>
            <a:chExt cx="11186160" cy="402336"/>
          </a:xfrm>
        </p:grpSpPr>
        <p:sp>
          <p:nvSpPr>
            <p:cNvPr id="286"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287" name="TEACH-move-rule"/>
            <p:cNvSpPr/>
            <p:nvPr/>
          </p:nvSpPr>
          <p:spPr>
            <a:xfrm>
              <a:off x="548640" y="2057400"/>
              <a:ext cx="100584" cy="274320"/>
            </a:xfrm>
            <a:prstGeom prst="roundRect">
              <a:avLst>
                <a:gd name="adj" fmla="val 50000"/>
              </a:avLst>
            </a:prstGeom>
            <a:solidFill>
              <a:srgbClr val="01708C"/>
            </a:solidFill>
            <a:ln>
              <a:noFill/>
            </a:ln>
          </p:spPr>
          <p:txBody>
            <a:bodyPr/>
            <a:lstStyle/>
            <a:p>
              <a:endParaRPr/>
            </a:p>
          </p:txBody>
        </p:sp>
        <p:sp>
          <p:nvSpPr>
            <p:cNvPr id="288"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9" name="Google Shape;289;p3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3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291" name="Google Shape;291;p3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5-7 · Determine Surface Area of Prisms</a:t>
            </a:r>
            <a:endParaRPr/>
          </a:p>
        </p:txBody>
      </p:sp>
      <p:sp>
        <p:nvSpPr>
          <p:cNvPr id="292" name="Google Shape;292;p3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3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294" name="Google Shape;294;p33"/>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295" name="Google Shape;295;p33"/>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296" name="Google Shape;296;p33"/>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33"/>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33"/>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Surface area</a:t>
            </a:r>
            <a:endParaRPr/>
          </a:p>
        </p:txBody>
      </p:sp>
      <p:sp>
        <p:nvSpPr>
          <p:cNvPr id="299" name="Google Shape;299;p33"/>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total area of all the faces of a three-dimensional figure</a:t>
            </a:r>
            <a:endParaRPr/>
          </a:p>
        </p:txBody>
      </p:sp>
      <p:sp>
        <p:nvSpPr>
          <p:cNvPr id="300" name="Google Shape;300;p33"/>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33"/>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33"/>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Net</a:t>
            </a:r>
            <a:endParaRPr/>
          </a:p>
        </p:txBody>
      </p:sp>
      <p:sp>
        <p:nvSpPr>
          <p:cNvPr id="303" name="Google Shape;303;p33"/>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50" u="none" cap="none" strike="noStrike">
                <a:solidFill>
                  <a:srgbClr val="475569"/>
                </a:solidFill>
                <a:latin typeface="Arial"/>
                <a:ea typeface="Arial"/>
                <a:cs typeface="Arial"/>
                <a:sym typeface="Arial"/>
              </a:rPr>
              <a:t>A flat pattern that folds up to form a three-dimensional figure</a:t>
            </a:r>
            <a:endParaRPr/>
          </a:p>
        </p:txBody>
      </p:sp>
      <p:sp>
        <p:nvSpPr>
          <p:cNvPr id="304" name="Google Shape;304;p33"/>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33"/>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33"/>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Face</a:t>
            </a:r>
            <a:endParaRPr/>
          </a:p>
        </p:txBody>
      </p:sp>
      <p:sp>
        <p:nvSpPr>
          <p:cNvPr id="307" name="Google Shape;307;p33"/>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One flat surface of a three-dimensional figure</a:t>
            </a:r>
            <a:endParaRPr/>
          </a:p>
        </p:txBody>
      </p:sp>
      <p:sp>
        <p:nvSpPr>
          <p:cNvPr id="308" name="Google Shape;308;p33"/>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33"/>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33"/>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Prism</a:t>
            </a:r>
            <a:endParaRPr/>
          </a:p>
        </p:txBody>
      </p:sp>
      <p:sp>
        <p:nvSpPr>
          <p:cNvPr id="311" name="Google Shape;311;p33"/>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solid with two congruent parallel bases joined by rectangular faces</a:t>
            </a:r>
            <a:endParaRPr/>
          </a:p>
        </p:txBody>
      </p:sp>
      <p:sp>
        <p:nvSpPr>
          <p:cNvPr id="312" name="Google Shape;312;p33"/>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33"/>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33"/>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Rectangular prism</a:t>
            </a:r>
            <a:endParaRPr/>
          </a:p>
        </p:txBody>
      </p:sp>
      <p:sp>
        <p:nvSpPr>
          <p:cNvPr id="315" name="Google Shape;315;p33"/>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prism whose six faces are all rectangles, in three congruent pairs</a:t>
            </a:r>
            <a:endParaRPr/>
          </a:p>
        </p:txBody>
      </p:sp>
      <p:sp>
        <p:nvSpPr>
          <p:cNvPr id="316" name="Google Shape;316;p33"/>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33"/>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33"/>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Triangular prism</a:t>
            </a:r>
            <a:endParaRPr/>
          </a:p>
        </p:txBody>
      </p:sp>
      <p:sp>
        <p:nvSpPr>
          <p:cNvPr id="319" name="Google Shape;319;p33"/>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prism with two congruent triangular bases and three rectangular faces</a:t>
            </a:r>
            <a:endParaRPr/>
          </a:p>
        </p:txBody>
      </p:sp>
      <p:sp>
        <p:nvSpPr>
          <p:cNvPr id="320" name="Google Shape;320;p33"/>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33"/>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33"/>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Lateral face</a:t>
            </a:r>
            <a:endParaRPr/>
          </a:p>
        </p:txBody>
      </p:sp>
      <p:sp>
        <p:nvSpPr>
          <p:cNvPr id="323" name="Google Shape;323;p33"/>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Any face of a prism that is not one of its two bases</a:t>
            </a:r>
            <a:endParaRPr/>
          </a:p>
        </p:txBody>
      </p:sp>
      <p:sp>
        <p:nvSpPr>
          <p:cNvPr id="3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47</a:t>
            </a:r>
          </a:p>
        </p:txBody>
      </p:sp>
      <p:sp xmlns:p="http://schemas.openxmlformats.org/presentationml/2006/main" xmlns:a="http://schemas.openxmlformats.org/drawingml/2006/main">
        <p:nvSpPr>
          <p:cNvPr id="325"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5-7 · Determine Surface Area of Prisms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400" u="none" cap="none" strike="noStrike">
                <a:solidFill>
                  <a:srgbClr val="14223A"/>
                </a:solidFill>
                <a:latin typeface="Arial"/>
                <a:ea typeface="Arial"/>
                <a:cs typeface="Arial"/>
                <a:sym typeface="Arial"/>
              </a:rPr>
              <a:t>Surface area is the:</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Space inside a 3D figure</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Total sum of the areas of all outer faces</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Length of all edges</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Height times width</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400" u="none" cap="none" strike="noStrike">
                <a:solidFill>
                  <a:srgbClr val="14223A"/>
                </a:solidFill>
                <a:latin typeface="Arial"/>
                <a:ea typeface="Arial"/>
                <a:cs typeface="Arial"/>
                <a:sym typeface="Arial"/>
              </a:rPr>
              <a:t>A cube has edge length 3 in. Each face has area:</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6 in²</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9 in²</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27 in²</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54 in²</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50" u="none" cap="none" strike="noStrike">
                <a:solidFill>
                  <a:srgbClr val="14223A"/>
                </a:solidFill>
                <a:latin typeface="Arial"/>
                <a:ea typeface="Arial"/>
                <a:cs typeface="Arial"/>
                <a:sym typeface="Arial"/>
              </a:rPr>
              <a:t>What is the total surface area of a cube with 3 in edges?</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18 in²</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54 in²</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27 in³</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36 in²</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400" u="none" cap="none" strike="noStrike">
                <a:solidFill>
                  <a:srgbClr val="14223A"/>
                </a:solidFill>
                <a:latin typeface="Arial"/>
                <a:ea typeface="Arial"/>
                <a:cs typeface="Arial"/>
                <a:sym typeface="Arial"/>
              </a:rPr>
              <a:t>Surface area is expressed in:</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Linear units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Square units</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Cubic units</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14223A"/>
                </a:solidFill>
                <a:latin typeface="Arial"/>
                <a:ea typeface="Arial"/>
                <a:cs typeface="Arial"/>
                <a:sym typeface="Arial"/>
              </a:rPr>
              <a:t>Pounds</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47</a:t>
            </a: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5-7 · Determine Surface Area of Prisms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4223A"/>
                </a:solidFill>
                <a:latin typeface="Arial"/>
                <a:ea typeface="Arial"/>
                <a:cs typeface="Arial"/>
                <a:sym typeface="Arial"/>
              </a:rPr>
              <a:t>Surface Area Concept</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1450" u="none" cap="none" strike="noStrike">
                <a:solidFill>
                  <a:srgbClr val="475569"/>
                </a:solidFill>
                <a:latin typeface="Arial"/>
                <a:ea typeface="Arial"/>
                <a:cs typeface="Arial"/>
                <a:sym typeface="Arial"/>
              </a:rPr>
              <a:t xml:space="preserve">Surface area</a:t>
            </a:r>
            <a:r>
              <a:rPr b="0" i="0" lang="en-US" sz="1450" u="none" cap="none" strike="noStrike">
                <a:solidFill>
                  <a:srgbClr val="475569"/>
                </a:solidFill>
                <a:latin typeface="Arial"/>
                <a:ea typeface="Arial"/>
                <a:cs typeface="Arial"/>
                <a:sym typeface="Arial"/>
              </a:rPr>
              <a:t xml:space="preserve"> equals the total </a:t>
            </a:r>
            <a:r>
              <a:rPr b="1" i="0" lang="en-US" sz="1450" u="none" cap="none" strike="noStrike">
                <a:solidFill>
                  <a:srgbClr val="475569"/>
                </a:solidFill>
                <a:latin typeface="Arial"/>
                <a:ea typeface="Arial"/>
                <a:cs typeface="Arial"/>
                <a:sym typeface="Arial"/>
              </a:rPr>
              <a:t xml:space="preserve">area</a:t>
            </a:r>
            <a:r>
              <a:rPr b="0" i="0" lang="en-US" sz="1450" u="none" cap="none" strike="noStrike">
                <a:solidFill>
                  <a:srgbClr val="475569"/>
                </a:solidFill>
                <a:latin typeface="Arial"/>
                <a:ea typeface="Arial"/>
                <a:cs typeface="Arial"/>
                <a:sym typeface="Arial"/>
              </a:rPr>
              <a:t xml:space="preserve"> of all two-dimensional faces combined (measured in units²).</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4223A"/>
                </a:solidFill>
                <a:latin typeface="Arial"/>
                <a:ea typeface="Arial"/>
                <a:cs typeface="Arial"/>
                <a:sym typeface="Arial"/>
              </a:rPr>
              <a:t>Rectangular Prisms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US" sz="1450" u="none" cap="none" strike="noStrike">
                <a:solidFill>
                  <a:srgbClr val="475569"/>
                </a:solidFill>
                <a:latin typeface="Arial"/>
                <a:ea typeface="Arial"/>
                <a:cs typeface="Arial"/>
                <a:sym typeface="Arial"/>
              </a:rPr>
              <a:t xml:space="preserve">Calculate area of 3 pairs of matching </a:t>
            </a:r>
            <a:r>
              <a:rPr b="1" i="0" lang="en-US" sz="1450" u="none" cap="none" strike="noStrike">
                <a:solidFill>
                  <a:srgbClr val="475569"/>
                </a:solidFill>
                <a:latin typeface="Arial"/>
                <a:ea typeface="Arial"/>
                <a:cs typeface="Arial"/>
                <a:sym typeface="Arial"/>
              </a:rPr>
              <a:t xml:space="preserve">faces</a:t>
            </a:r>
            <a:r>
              <a:rPr b="0" i="0" lang="en-US" sz="1450" u="none" cap="none" strike="noStrike">
                <a:solidFill>
                  <a:srgbClr val="475569"/>
                </a:solidFill>
                <a:latin typeface="Arial"/>
                <a:ea typeface="Arial"/>
                <a:cs typeface="Arial"/>
                <a:sym typeface="Arial"/>
              </a:rPr>
              <a:t xml:space="preserve">: Top/Bottom, Front/Back, Left/Right.</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4223A"/>
                </a:solidFill>
                <a:latin typeface="Arial"/>
                <a:ea typeface="Arial"/>
                <a:cs typeface="Arial"/>
                <a:sym typeface="Arial"/>
              </a:rPr>
              <a:t>Net Calculation</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US" sz="1450" u="none" cap="none" strike="noStrike">
                <a:solidFill>
                  <a:srgbClr val="475569"/>
                </a:solidFill>
                <a:latin typeface="Arial"/>
                <a:ea typeface="Arial"/>
                <a:cs typeface="Arial"/>
                <a:sym typeface="Arial"/>
              </a:rPr>
              <a:t xml:space="preserve">Find the area of each </a:t>
            </a:r>
            <a:r>
              <a:rPr b="1" i="0" lang="en-US" sz="1450" u="none" cap="none" strike="noStrike">
                <a:solidFill>
                  <a:srgbClr val="475569"/>
                </a:solidFill>
                <a:latin typeface="Arial"/>
                <a:ea typeface="Arial"/>
                <a:cs typeface="Arial"/>
                <a:sym typeface="Arial"/>
              </a:rPr>
              <a:t xml:space="preserve">polygon</a:t>
            </a:r>
            <a:r>
              <a:rPr b="0" i="0" lang="en-US" sz="1450" u="none" cap="none" strike="noStrike">
                <a:solidFill>
                  <a:srgbClr val="475569"/>
                </a:solidFill>
                <a:latin typeface="Arial"/>
                <a:ea typeface="Arial"/>
                <a:cs typeface="Arial"/>
                <a:sym typeface="Arial"/>
              </a:rPr>
              <a:t xml:space="preserve"> in the unfolded </a:t>
            </a:r>
            <a:r>
              <a:rPr b="1" i="0" lang="en-US" sz="1450" u="none" cap="none" strike="noStrike">
                <a:solidFill>
                  <a:srgbClr val="475569"/>
                </a:solidFill>
                <a:latin typeface="Arial"/>
                <a:ea typeface="Arial"/>
                <a:cs typeface="Arial"/>
                <a:sym typeface="Arial"/>
              </a:rPr>
              <a:t xml:space="preserve">net</a:t>
            </a:r>
            <a:r>
              <a:rPr b="0" i="0" lang="en-US" sz="1450" u="none" cap="none" strike="noStrike">
                <a:solidFill>
                  <a:srgbClr val="475569"/>
                </a:solidFill>
                <a:latin typeface="Arial"/>
                <a:ea typeface="Arial"/>
                <a:cs typeface="Arial"/>
                <a:sym typeface="Arial"/>
              </a:rPr>
              <a:t xml:space="preserve"> and calculate their sum.</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47</a:t>
            </a:r>
          </a:p>
        </p:txBody>
      </p:sp>
      <p:grpSp xmlns:a="http://schemas.openxmlformats.org/drawingml/2006/main" xmlns:p="http://schemas.openxmlformats.org/presentationml/2006/main">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842516"/>
              <a:ext cx="100584" cy="274320"/>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t>LESSON 5.7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t>Account for every required prism face once.</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t>Calculate face areas.</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t>Respect excluded surfaces in context.</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t>Tell a partner: Which skill connects to something you already know?</a:t>
            </a:r>
          </a:p>
        </p:txBody>
      </p:sp>
      <p:grpSp xmlns:a="http://schemas.openxmlformats.org/drawingml/2006/main" xmlns:p="http://schemas.openxmlformats.org/presentationml/2006/main">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888736"/>
              <a:ext cx="100584" cy="274320"/>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t>LESSON 5.7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t>Which surfaces does this situation require, and how can your net prove none are missing or counted twice?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t>Point to evidence in your work.</a:t>
            </a:r>
          </a:p>
          <a:p>
            <a:pPr>
              <a:spcAft>
                <a:spcPts val="800"/>
              </a:spcAft>
              <a:defRPr sz="2300" b="0">
                <a:solidFill>
                  <a:srgbClr val="24384B"/>
                </a:solidFill>
                <a:latin typeface="Arial"/>
              </a:defRPr>
            </a:pPr>
            <a: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t>Explain</a:t>
            </a:r>
          </a:p>
          <a:p>
            <a:pPr>
              <a:spcAft>
                <a:spcPts val="800"/>
              </a:spcAft>
              <a:defRPr sz="2200" b="0">
                <a:solidFill>
                  <a:srgbClr val="24384B"/>
                </a:solidFill>
                <a:latin typeface="Arial"/>
              </a:defRPr>
            </a:pPr>
            <a: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t>Ask</a:t>
            </a:r>
          </a:p>
          <a:p>
            <a:pPr>
              <a:spcAft>
                <a:spcPts val="800"/>
              </a:spcAft>
              <a:defRPr sz="2200" b="0">
                <a:solidFill>
                  <a:srgbClr val="24384B"/>
                </a:solidFill>
                <a:latin typeface="Arial"/>
              </a:defRPr>
            </a:pPr>
            <a:r>
              <a:t>“Where does your work show that?”</a:t>
            </a:r>
          </a:p>
        </p:txBody>
      </p:sp>
      <p:grpSp xmlns:a="http://schemas.openxmlformats.org/drawingml/2006/main" xmlns:p="http://schemas.openxmlformats.org/presentationml/2006/main">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888736"/>
              <a:ext cx="100584" cy="274320"/>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t>LESSON 5.7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t>A mistake to watch for: including openings or forgetting a pair of faces.</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t>Label corresponding faces and cross-reference them with the given problem requirements.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t>Use that check on the task you just completed. Correct or strengthen one part, and explain why.</a:t>
            </a:r>
          </a:p>
        </p:txBody>
      </p:sp>
      <p:grpSp xmlns:a="http://schemas.openxmlformats.org/drawingml/2006/main" xmlns:p="http://schemas.openxmlformats.org/presentationml/2006/main">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888736"/>
              <a:ext cx="100584" cy="274320"/>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t>LESSON 5.7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t>Today’s focus: Account for every required prism face once.</a:t>
            </a:r>
          </a:p>
        </p:txBody>
      </p:sp>
      <p:grpSp xmlns:a="http://schemas.openxmlformats.org/drawingml/2006/main" xmlns:p="http://schemas.openxmlformats.org/presentationml/2006/main">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888736"/>
              <a:ext cx="100584" cy="274320"/>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13 / 47</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16 / 47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23 / 47</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26 / 47</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ADD ON  ·  </a:t>
            </a:r>
            <a:r>
              <a:rPr lang="en-US" sz="2000" b="0" dirty="0">
                <a:solidFill>
                  <a:srgbClr val="13303A"/>
                </a:solidFill>
                <a:latin typeface="Arial"/>
              </a:rPr>
              <a:t>Add on: “I agree because ______.”  or  “I see it differently because ______.”</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4-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2-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36 / 47</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44 / 47</a:t>
            </a:r>
          </a:p>
        </p:txBody>
      </p:sp>
    </p:spTree>
  </p:cSld>
  <p:clrMapOvr>
    <a:masterClrMapping/>
  </p:clrMapOvr>
</p:sld>
</file>

<file path=ppt/theme/theme1.xml><?xml version="1.0" encoding="utf-8"?>
<a:theme xmlns:a="http://schemas.openxmlformats.org/drawingml/2006/main" name="Title Slid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 Template 16x9 2020 update" id="{5E47A058-0525-4FF8-ABFF-DAB3961E1CA4}" vid="{3779B88A-58AE-471A-9261-01943B1F04F1}"/>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99F8A31FEB8FB4A9590D7113407C76B" ma:contentTypeVersion="23" ma:contentTypeDescription="Create a new document." ma:contentTypeScope="" ma:versionID="d6f8201bcdc3ac1a5d3b4ec446f57399">
  <xsd:schema xmlns:xsd="http://www.w3.org/2001/XMLSchema" xmlns:xs="http://www.w3.org/2001/XMLSchema" xmlns:p="http://schemas.microsoft.com/office/2006/metadata/properties" xmlns:ns2="ea4a9e5c-3d35-4957-9f75-be99225b1345" xmlns:ns3="4d542492-1411-461f-a54d-7ce3bfc1bb2b" targetNamespace="http://schemas.microsoft.com/office/2006/metadata/properties" ma:root="true" ma:fieldsID="eb4ce593c22c6175f1cf9c13ccc41e6e" ns2:_="" ns3:_="">
    <xsd:import namespace="ea4a9e5c-3d35-4957-9f75-be99225b1345"/>
    <xsd:import namespace="4d542492-1411-461f-a54d-7ce3bfc1bb2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forsorting" minOccurs="0"/>
                <xsd:element ref="ns3:MediaLengthInSeconds" minOccurs="0"/>
                <xsd:element ref="ns3:Notes" minOccurs="0"/>
                <xsd:element ref="ns2:TaxCatchAll" minOccurs="0"/>
                <xsd:element ref="ns3: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4a9e5c-3d35-4957-9f75-be99225b134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5a88aca-94cb-4ad7-8102-31941725a82d}" ma:internalName="TaxCatchAll" ma:showField="CatchAllData" ma:web="ea4a9e5c-3d35-4957-9f75-be99225b1345">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d542492-1411-461f-a54d-7ce3bfc1bb2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forsorting" ma:index="20" nillable="true" ma:displayName="for sorting" ma:format="Dropdown" ma:internalName="forsorting" ma:percentage="FALSE">
      <xsd:simpleType>
        <xsd:restriction base="dms:Number"/>
      </xsd:simpleType>
    </xsd:element>
    <xsd:element name="MediaLengthInSeconds" ma:index="21" nillable="true" ma:displayName="Length (seconds)" ma:internalName="MediaLengthInSeconds" ma:readOnly="true">
      <xsd:simpleType>
        <xsd:restriction base="dms:Unknown"/>
      </xsd:simpleType>
    </xsd:element>
    <xsd:element name="Notes" ma:index="22" nillable="true" ma:displayName="Notes" ma:format="Dropdown" ma:internalName="Notes">
      <xsd:simpleType>
        <xsd:union memberTypes="dms:Text">
          <xsd:simpleType>
            <xsd:restriction base="dms:Choice">
              <xsd:enumeration value="ready for review"/>
              <xsd:enumeration value="review complete"/>
              <xsd:enumeration value="Choice 3"/>
            </xsd:restriction>
          </xsd:simpleType>
        </xsd:unio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forsorting xmlns="4d542492-1411-461f-a54d-7ce3bfc1bb2b" xsi:nil="true"/>
    <lcf76f155ced4ddcb4097134ff3c332f xmlns="4d542492-1411-461f-a54d-7ce3bfc1bb2b">
      <Terms xmlns="http://schemas.microsoft.com/office/infopath/2007/PartnerControls"/>
    </lcf76f155ced4ddcb4097134ff3c332f>
    <TaxCatchAll xmlns="ea4a9e5c-3d35-4957-9f75-be99225b1345" xsi:nil="true"/>
    <Notes xmlns="4d542492-1411-461f-a54d-7ce3bfc1bb2b" xsi:nil="true"/>
  </documentManagement>
</p:properties>
</file>

<file path=customXml/itemProps1.xml><?xml version="1.0" encoding="utf-8"?>
<ds:datastoreItem xmlns:ds="http://schemas.openxmlformats.org/officeDocument/2006/customXml" ds:itemID="{4FEAE647-4D09-40C7-A340-44BE4553B7A4}">
  <ds:schemaRefs>
    <ds:schemaRef ds:uri="http://schemas.microsoft.com/sharepoint/v3/contenttype/forms"/>
  </ds:schemaRefs>
</ds:datastoreItem>
</file>

<file path=customXml/itemProps2.xml><?xml version="1.0" encoding="utf-8"?>
<ds:datastoreItem xmlns:ds="http://schemas.openxmlformats.org/officeDocument/2006/customXml" ds:itemID="{3C509481-75F9-4D7C-AB4E-7F0F2866F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4a9e5c-3d35-4957-9f75-be99225b1345"/>
    <ds:schemaRef ds:uri="4d542492-1411-461f-a54d-7ce3bfc1bb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C5BD1B-9B2C-46D3-B0B7-30CCA484F4EF}">
  <ds:schemaRefs>
    <ds:schemaRef ds:uri="4d542492-1411-461f-a54d-7ce3bfc1bb2b"/>
    <ds:schemaRef ds:uri="http://purl.org/dc/dcmitype/"/>
    <ds:schemaRef ds:uri="http://purl.org/dc/terms/"/>
    <ds:schemaRef ds:uri="ea4a9e5c-3d35-4957-9f75-be99225b1345"/>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5911</TotalTime>
  <Words>2624</Words>
  <Application>Microsoft Office PowerPoint</Application>
  <PresentationFormat>Widescreen</PresentationFormat>
  <Paragraphs>293</Paragraphs>
  <Slides>64</Slides>
  <Notes>0</Notes>
  <HiddenSlides>0</HiddenSlides>
  <MMClips>0</MMClips>
  <ScaleCrop>false</ScaleCrop>
  <HeadingPairs>
    <vt:vector size="4" baseType="variant">
      <vt:variant>
        <vt:lpstr>Theme</vt:lpstr>
      </vt:variant>
      <vt:variant>
        <vt:i4>3</vt:i4>
      </vt:variant>
      <vt:variant>
        <vt:lpstr>Slide Titles</vt:lpstr>
      </vt:variant>
      <vt:variant>
        <vt:i4>64</vt:i4>
      </vt:variant>
    </vt:vector>
  </HeadingPairs>
  <TitlesOfParts>
    <vt:vector size="67" baseType="lpstr">
      <vt:lpstr>Title Slide</vt:lpstr>
      <vt:lpstr>Custom Design</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5.7 — Determine Surface Area of Prisms</dc:title>
  <dc:creator>Grubelich, Rocio</dc:creator>
  <cp:lastModifiedBy>Sujatha Krubasankar</cp:lastModifiedBy>
  <cp:revision>581</cp:revision>
  <cp:lastPrinted>2018-08-01T21:17:27Z</cp:lastPrinted>
  <dcterms:created xsi:type="dcterms:W3CDTF">2020-09-17T18:06:02Z</dcterms:created>
  <dcterms:modified xsi:type="dcterms:W3CDTF">2023-02-23T08:49:12Z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0x010100C99F8A31FEB8FB4A9590D7113407C76B</vt:lpwstr>
  </property>
  <property fmtid="{D5CDD505-2E9C-101B-9397-08002B2CF9AE}" pid="3" name="MediaServiceImageTags">
    <vt:lpwstr/>
  </property>
</Properties>
</file>