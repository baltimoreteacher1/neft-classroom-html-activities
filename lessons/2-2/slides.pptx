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6 × 3/2 (flip the divisor 2/3 to get 3/2, not keep it as 2/3). Then 6 × 3/2 = 18/2 =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Whole Numbers by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fraction by multiplying by the reciprocal.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fraction, reciprocal, quotient, and Keep, Change, Flip.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Park has 4 pounds of evidence powder. Each testing bag holds exactly 1/2 pound. He needs to prepare as many testing bags as possible before the lab deadline. How many bags can he fill?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much total powder does Agent Park have?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much goes into each bag?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number of bags be more or less than 4?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1/2 give a number larger than 4?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dividing by a fraction related to multiplying?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Whole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entero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counting number with no fraction or decimal, like 0, 1, 2, 3.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de contar sin fracción ni decimal, como 0, 1, 2, 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is a whole number; as a fraction it is 4/1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shows part of a whole, like 3/4.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muestra una parte de un todo, como 3/4.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means 1 out of 2 equal parts — like cutting a sandwich in half and taking one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2/3 is 3/2. Flip the fraction to divide: 6 ÷ 2/3 = 6 × 3/2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Keep, Change, Flip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Mantener, cambiar, invertir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divide fractions: keep the first, change ÷ to ×, flip the second.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dividir fracciones: deja la primera, cambia ÷ por ×, voltea la segunda.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 ÷ 1/3 → Keep 6, Change ÷ to ×, Flip 1/3 to 3/1 → 6 × 3 = 18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4 ÷ 1/2 = 8, the quotient is 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Reciprocal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2/5 is 5/2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Flipping 2/5 gives 5/2.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4 is 1/4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= 4/1, and flipping it gives 1/4.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divide a whole number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3 ÷ 1/4 together. What do we keep? The 3.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Change ÷ to ×, then flip 1/4 to 4/1, which is 4.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3 × 4 = 12. So 3 ÷ 1/4 = 12.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Park has 4 pounds of evidence powder and fills bags that hold 1/2 pound each. How many bags can he fill, and how do you know?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a fraction is the same as multiplying by its reciprocal (the fraction flipped over).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number line to show how many 1/2-size jumps fit into 4.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does 'Keep, Change, Flip' turn 6 ÷ 1/3 into a multiplication problem?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Division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÷ 2/3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× 2/3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Park has 4 pounds of powder and each bag holds 1/2 pound. I want 4 ÷ 1/2.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the 4. Change ÷ to ×. Flip 1/2 to make 2/1, which is just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multiply: 4 × 2 = 8.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4 ÷ 1/2 = 8. He can fill 8 bags. That makes sense: each pound fills 2 bags, and 4 pounds × 2 = 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Whole Number and Fraction.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by a fraction is the same as multiplying by its reciprocal (the fraction flipped over)."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Whole Number,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6 ÷ 2/3?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6 ÷ 1/3?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 ÷ 1/5?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dividing a whole number by a fraction help you in real life?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by a fraction is the same as multiplying by its reciprocal (the fraction flipped over)."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Whole Number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Whole Number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9 ÷ 1/3?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9/3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1/27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fraction by multiplying by the reciprocal.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2-2: Divide Whole Numbers by Fractions</dc:title>
  <dc:subject>6.NS.1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