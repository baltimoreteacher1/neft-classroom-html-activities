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key — 6 × 3/2 (flip the divisor 2/3 to get 3/2, not keep it as 2/3). Then 6 × 3/2 = 18/2 = 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5143500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Shape 1"/>
          <p:cNvSpPr/>
          <p:nvPr/>
        </p:nvSpPr>
        <p:spPr>
          <a:xfrm>
            <a:off x="2651760" y="-640080"/>
            <a:ext cx="2011680" cy="2011680"/>
          </a:xfrm>
          <a:prstGeom prst="ellipse">
            <a:avLst/>
          </a:prstGeom>
          <a:solidFill>
            <a:srgbClr val="2E7D9A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657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7772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🔍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Divide Whole Numbers by Fractions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11480" y="4160520"/>
            <a:ext cx="1188720" cy="310896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91640" y="4160520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E6E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Unit 2  ·  Lesson 2-2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023360" y="411480"/>
            <a:ext cx="4800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251960" y="548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Math Notebook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251960" y="102412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Name: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83480" y="1207008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51960" y="1280160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Date: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83480" y="1463040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51960" y="153619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Period: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83480" y="1719072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23360" y="2011680"/>
            <a:ext cx="4800600" cy="1143000"/>
          </a:xfrm>
          <a:prstGeom prst="roundRect">
            <a:avLst>
              <a:gd name="adj" fmla="val 6400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06240" y="210312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9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CAN…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Yo puedo…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206240" y="2395728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divide a whole number by a fraction by multiplying by the reciprocal.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023360" y="3291840"/>
            <a:ext cx="48006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206240" y="338328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9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WILL EXPLAIN…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Objetivo de lenguaje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06240" y="3675888"/>
            <a:ext cx="44348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explain my steps using the words fraction, reciprocal, quotient, and Keep, Change, Flip.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 Curious / Sé Curioso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3716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VISUAL PROMPT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07008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Detective Agency Case File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508760"/>
            <a:ext cx="3794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Agent Park has 4 pounds of evidence powder. Each testing bag holds exactly 1/2 pound. He needs to prepare as many testing bags as possible before the lab deadline. How many bags can he fill?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94360" y="31546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Jot your first idea: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356616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594360" y="388620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594360" y="42062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709160" y="685800"/>
            <a:ext cx="41148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👁  I Notice…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92040" y="105156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How much total powder does Agent Park have?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How much goes into each bag?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Will the number of bags be more or less than 4?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09160" y="2743200"/>
            <a:ext cx="4114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709160" y="2743200"/>
            <a:ext cx="4114800" cy="274320"/>
          </a:xfrm>
          <a:prstGeom prst="rect">
            <a:avLst/>
          </a:prstGeom>
          <a:solidFill>
            <a:srgbClr val="F2C1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💭  I Wonder…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3108960"/>
            <a:ext cx="37490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Why does dividing by 1/2 give a number larger than 4?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How is dividing by a fraction related to multiplying?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Vocabulary / Vocabulario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685800"/>
          <a:ext cx="84124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114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Term / Término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Meaning / Significado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Example / Ejemplo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Whole Number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Número entero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counting number with no fraction or decimal, like 0, 1, 2, 3.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 número de contar sin fracción ni decimal, como 0, 1, 2, 3.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4 is a whole number; as a fraction it is 4/1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Fraction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Fracción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number that shows part of a whole, like 3/4.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 número que muestra una parte de un todo, como 3/4.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1/2 means 1 out of 2 equal parts — like cutting a sandwich in half and taking one piece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Reciprocal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Recíproco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fraction turned upside down.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fracción volteada de arriba abajo.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reciprocal of 2/3 is 3/2. Flip the fraction to divide: 6 ÷ 2/3 = 6 × 3/2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Keep, Change, Flip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Mantener, cambiar, invertir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way to divide fractions: keep the first, change ÷ to ×, flip the second.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manera de dividir fracciones: deja la primera, cambia ÷ por ×, voltea la segunda.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6 ÷ 1/3 → Keep 6, Change ÷ to ×, Flip 1/3 to 3/1 → 6 × 3 = 18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Quotient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Cociente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answer when you divide.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La respuesta cuando divides.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In 4 ÷ 1/2 = 8, the quotient is 8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411480" y="352044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Reciprocal — example vs. non-example: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1148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E7F6F4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52120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✓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reciprocal of 2/5 is 5/2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Flipping 2/5 gives 5/2.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466344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E7F6F4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477316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✓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reciprocal of 4 is 1/4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4 = 4/1, and flipping it gives 1/4.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Guided Practice / Práctica Guiada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73736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👩‍🏫 WE DO TOGETHER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1887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How do I divide a whole number by a fraction?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1609344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16093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24128" y="1554480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Let's try 3 ÷ 1/4 together. What do we keep? The 3.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2084832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2029968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Change ÷ to ×, then flip 1/4 to 4/1, which is 4.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2560320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25603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24128" y="2505456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Multiply: 3 × 4 = 12. So 3 ÷ 1/4 = 12.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94360" y="388620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turn — show your work: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40080" y="4297680"/>
            <a:ext cx="51206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17920" y="109728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Agent Park has 4 pounds of evidence powder and fills bags that hold 1/2 pound each. How many bags can he fill, and how do you know?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172200" y="274320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309360" y="28346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E7D9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🔑 Key Idea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309360" y="310896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Dividing by a fraction is the same as multiplying by its reciprocal (the fraction flipped over).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Sort It Out / Clasifícalo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229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Use the number line to show how many 1/2-size jumps fit into 4.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20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Bank — cut or sort these cards: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9436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1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36220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2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13004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3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9436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4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9436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2E7D9A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594360" y="2560320"/>
            <a:ext cx="2514600" cy="292608"/>
          </a:xfrm>
          <a:prstGeom prst="rect">
            <a:avLst/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A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24612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2E7D9A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3246120" y="2560320"/>
            <a:ext cx="2514600" cy="292608"/>
          </a:xfrm>
          <a:prstGeom prst="rect">
            <a:avLst/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B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17920" y="109728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How does 'Keep, Change, Flip' turn 6 ÷ 1/3 into a multiplication problem?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17920" y="274320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307238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6217920" y="340156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6217920" y="373075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6217920" y="40599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Error Analysis / Análisis de Errores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554480" cy="274320"/>
          </a:xfrm>
          <a:prstGeom prst="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⚠ FIND THE ERROR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286000" y="8412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Find the Division Error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1887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classmate turned in the work below. One step has a mistake — find it, name it, fix it.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94360" y="1627632"/>
            <a:ext cx="5166360" cy="1901952"/>
          </a:xfrm>
          <a:prstGeom prst="roundRect">
            <a:avLst>
              <a:gd name="adj" fmla="val 2404"/>
            </a:avLst>
          </a:prstGeom>
          <a:solidFill>
            <a:srgbClr val="F4F1E8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3232" y="1691640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work (contains an error):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77240" y="1938528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Problem: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÷ 2/3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7240" y="2322576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Keep, Change, Flip: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× 2/3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77240" y="2706624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Multiply: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12/3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77240" y="3090672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4.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Simplify: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94360" y="3666744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step has the error? Circle it above.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FCE6DE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🛠 Explain &amp; Fix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17920" y="1097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mistake was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 because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17920" y="178308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207568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6217920" y="236829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6217920" y="27889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Fix it — rewrite the step correctly: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217920" y="324612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53872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38313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217920" y="412394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Two-Column Notes / Notas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7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92608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Steps / Pasos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" y="1243584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12435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78408" y="1188720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Agent Park has 4 pounds of powder and each bag holds 1/2 pound. I want 4 ÷ 1/2.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4360" y="1719072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1719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78408" y="1664208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Keep the 4. Change ÷ to ×. Flip 1/2 to make 2/1, which is just 2.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2194560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21945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" y="2139696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Now I multiply: 4 × 2 = 8.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94360" y="2670048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" y="26700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78408" y="2615184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So 4 ÷ 1/2 = 8. He can fill 8 bags. That makes sense: each pound fills 2 bags, and 4 pounds × 2 = 8.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709160" y="685800"/>
            <a:ext cx="41148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Example / Mi Ejemplo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892040" y="11430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problem here, matching each step on the left: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892040" y="178308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4892040" y="211226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244144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277063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892040" y="3099816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892040" y="342900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892040" y="375818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4892040" y="408736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Choice Board / Tablero de Opciones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8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ONE to show what you know: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64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✏️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123444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Draw &amp; Label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436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Sketch a model for today's problem. Label it using Whole Number and Fraction.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84632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💬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53212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It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9204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2–3 sentences, explain "Dividing by a fraction is the same as multiplying by its reciprocal (the fraction flipped over)." in your own words.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148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4864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🧮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123444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Solve It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practice problem and show every step clearly.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0916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4632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553212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Create a Problem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9204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your own problem that uses Whole Number, then solve it and make an answer key.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Independent Practice / Práctica Independiente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9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46304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✍️ ON YOUR OWN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7D9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is 6 ÷ 2/3?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77240" y="178308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594360" y="219456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7D9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is 6 ÷ 1/3?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274320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315468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7D9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is 3 ÷ 1/5?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77240" y="370332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17920" y="1097280"/>
            <a:ext cx="2468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When would dividing a whole number by a fraction help you in real life?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17920" y="283464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6217920" y="316382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6217920" y="349300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382219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415137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Think–Write–Respond / Piensa y Escribe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03504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Use evidence from today's lesson to complete each frame.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1480" y="96012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4360" y="10515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1 — </a:t>
            </a:r>
            <a:pPr indent="0" marL="0">
              <a:buNone/>
            </a:pPr>
            <a:r>
              <a:rPr lang="en-US" sz="1100" b="1" dirty="0">
                <a:solidFill>
                  <a:srgbClr val="2E7D9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the Rule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34416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Today's key idea is "Dividing by a fraction is the same as multiplying by its reciprocal (the fraction flipped over)." — and it works because ___.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94360" y="189280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11480" y="224028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4360" y="23317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2 — </a:t>
            </a:r>
            <a:pPr indent="0" marL="0">
              <a:buNone/>
            </a:pPr>
            <a:r>
              <a:rPr lang="en-US" sz="1100" b="1" dirty="0">
                <a:solidFill>
                  <a:srgbClr val="2E7D9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Because / But / So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4360" y="262432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Because Whole Number means ___, but a tricky part is ___, so I have to ___.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317296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11480" y="352044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36118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3 — </a:t>
            </a:r>
            <a:pPr indent="0" marL="0">
              <a:buNone/>
            </a:pPr>
            <a:r>
              <a:rPr lang="en-US" sz="1100" b="1" dirty="0">
                <a:solidFill>
                  <a:srgbClr val="2E7D9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Catch the Mistake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" y="390448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common mistake with Whole Number is ___. It happens because ___, and the fix is ___.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94360" y="445312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Exit Ticket / Boleto de Salida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Reflection / Reflexión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109728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 I learned that ___ because ___.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178308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4360" y="209397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94360" y="240487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283464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thing I am still not sure about is ___.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35204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594360" y="383133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94360" y="414223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Quick Exit Ticket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92040" y="10972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7D9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1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is 9 ÷ 1/3?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29200" y="17830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A.  27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029200" y="209397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B.  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0" y="240487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C.  9/3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0" y="271576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D.  1/27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92040" y="3163824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7D9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2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Explain how you know your answer is correct. Use at least one vocabulary word.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892040" y="380390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409651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438912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Goal Tracker / Seguimiento de Metas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58368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17324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658368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C15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Goal: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divide a whole number by a fraction by multiplying by the reciprocal.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138428" y="1508760"/>
            <a:ext cx="512064" cy="512064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1" name="Text 19"/>
          <p:cNvSpPr/>
          <p:nvPr/>
        </p:nvSpPr>
        <p:spPr>
          <a:xfrm>
            <a:off x="113842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720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Yet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120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need more help. This does not make sense to me yet.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6032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87268" y="1508760"/>
            <a:ext cx="512064" cy="512064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7" name="Text 25"/>
          <p:cNvSpPr/>
          <p:nvPr/>
        </p:nvSpPr>
        <p:spPr>
          <a:xfrm>
            <a:off x="328726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260604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Getting There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67004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understand the idea but I make mistakes when I work.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60604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0916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436108" y="1508760"/>
            <a:ext cx="512064" cy="512064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33" name="Text 31"/>
          <p:cNvSpPr/>
          <p:nvPr/>
        </p:nvSpPr>
        <p:spPr>
          <a:xfrm>
            <a:off x="543610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75488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Got It!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81888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problems on my own and explain my thinking.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85800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584948" y="1508760"/>
            <a:ext cx="512064" cy="512064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39" name="Text 37"/>
          <p:cNvSpPr/>
          <p:nvPr/>
        </p:nvSpPr>
        <p:spPr>
          <a:xfrm>
            <a:off x="758494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90372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Can Teach It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96772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clearly teach this strategy to a classmate.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90372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11480" y="3977640"/>
            <a:ext cx="84124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40080" y="3977640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7D9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next step:  </a:t>
            </a:r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move up one level, I will ___.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Neft Teacher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2-2: Divide Whole Numbers by Fractions</dc:title>
  <dc:subject>6.NS.1</dc:subject>
  <dc:creator>Neft Teacher</dc:creator>
  <cp:lastModifiedBy>Neft Teacher</cp:lastModifiedBy>
  <cp:revision>1</cp:revision>
  <dcterms:created xsi:type="dcterms:W3CDTF">2026-06-08T12:33:41Z</dcterms:created>
  <dcterms:modified xsi:type="dcterms:W3CDTF">2026-06-08T12:33:41Z</dcterms:modified>
</cp:coreProperties>
</file>