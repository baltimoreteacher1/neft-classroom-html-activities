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3 × 4 = 12 (multiply, don't add)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Equivalent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and check equivalent ratios using multiplication and division.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equivalent ratios, rate, proportion, and simplify.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Montoya is preparing her famous tomato soup for a school banquet. Her original recipe serves 8 people, but tonight she needs to serve 32 guests. She needs your help to scale the recipe without changing the flavor!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quantities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when you multiply both ingredients by the same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times bigger is 32 than 8?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needed to scale DOWN for just 4 people?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use this same thinking with other recipes?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red apples : 5 green apples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ratios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Razones equivalentes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ratios that mean the same thing.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razones que significan lo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and 4:6 both mean 2 out of every 3, so 2/3 = 4/6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saying two ratios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dice que dos razones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2/3 = 4/6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ratio smaller while keeping the same comparison.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razón más pequeña sin cambiar la comparación.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12:18 → divide both by 6 → 2:3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are equivalent ratios?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is 2:5. We want to make it bigger using a scale factor of 3.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both by 3: 2 x 3 = 6 and 5 x 3 = 15.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2:5 and 6:15 are equivalent ratios.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Montoya's soup serves 8 people, but she needs to serve 32. How many times bigger is the recipe, and what must she do to BOTH ingredients to keep the flavor?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or divide both numbers by the same amount to make an equivalent ratio.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Montoya's recipe calls for 3 cups of tomatoes for every 2 cups of broth. Complete the ratio table to help her scale the recipe.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Looking at the tomatoes-to-broth table (3:2, 6:4, 9:6, 12:8), how can you PROVE these ratios are all equivalent?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Marcus's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ratio: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cups : 5 cups = ? : 20 cups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multiplier: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÷ 5 =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to both parts: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+ 4 =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cups : 20 cups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Montoya's soup serves 8 people, but she needs to serve 32.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find the scale factor: 32 divided by 8 = 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recipe uses 3 cups of tomatoes to 2 cups of broth, a 3:2 ratio.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both by 4: 3 x 4 = 12 cups of tomatoes, and 2 x 4 = 8 cups of broth.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3:2 and 12:8 are equivalent ratios, and the flavor stays the same.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and Equivalent ratios.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"Multiply or divide both numbers by the same amount to make an equivalent ratio."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Marcus earns $45 for every 3 hours of work. How much does he earn in 8 hours?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 is equivalent to 2:5?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eggs for every 6 cups of flour. Which ratio is equivalent?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smoothie shop uses 2 cups of strawberries for every 3 cups of yogurt and needs 15 cups of yogurt. How is this the same as scaling Chef Montoya's soup?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"Multiply or divide both numbers by the same amount to make an equivalent ratio."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sells 5 notebooks for $8. At this rate, how much would 15 notebooks cost?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$24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$18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$20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$40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and check equivalent ratios using multiplication and division.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3-4: Equivalent Ratios</dc:title>
  <dc:subject>6.RP.3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