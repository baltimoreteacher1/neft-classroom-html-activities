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A square pyramid has 4 lateral faces, not 3. Total lateral = 40 × 4 = 160 in². Correct: SA = 100 + 160 = 260 in².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Surface Area of Pyramids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6.G.4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10  ·  Lesson 10-5</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surface area of a pyramid by adding the base area and the lateral faces.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pyramid, slant height, lateral face, and base.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Time Capsule Project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 class is building a pyramid-shaped display to showcase the time capsule at the school entrance. The pyramid will be covered in gold leaf to make it shine. To figure out how much gold leaf you need, you must calculate the total surface area — the base plus all the triangular faces!</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faces does a square pyramid have?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 is the base? What shape are the side faces?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is the difference between the height of the pyramid and the slant height?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do we use slant height instead of regular height for the triangular faces?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Would a taller pyramid always need more gold leaf than a shorter one?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Pyramid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Pirámide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solid with a flat bottom and triangle sides that meet at one point on top.</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sólido con un fondo plano y lados triangulares que se unen en un punto arriba.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Like the Great Pyramid of Giza — a square on the bottom, 4 triangles slanting up to a point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Slant height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Altura inclinada (apotema)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height of a side triangle, measured along its slanted face.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altura de un triángulo lateral, medida por su cara inclinada.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If you slide your finger from the bottom edge up the triangle face to the top point — that distance is the slant height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Lateral face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Cara lateral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triangle side of a pyramid, not the bottom.</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lado triangular de una pirámide, no el fondo.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square pyramid has 4 lateral faces — one triangle for each side of the square base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Base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Base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flat bottom of a pyramid.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fondo plano de una pirámide.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square pyramid sits on a square base; base area = side × side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Apex</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Ápice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point at the top of a pyramid where the sides meet.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punto en la parte de arriba de una pirámide donde se unen los lados.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The pointy top of a pyramid — all the slanted edges connect here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Pyramid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A square base with four triangle sides meeting at a top point  </a:t>
            </a:r>
            <a:pPr indent="0" marL="0">
              <a:buNone/>
            </a:pPr>
            <a:r>
              <a:rPr lang="en-US" sz="800" dirty="0">
                <a:solidFill>
                  <a:srgbClr val="24323F"/>
                </a:solidFill>
                <a:latin typeface="Hanken Grotesk" pitchFamily="34" charset="0"/>
                <a:ea typeface="Hanken Grotesk" pitchFamily="34" charset="-122"/>
                <a:cs typeface="Hanken Grotesk" pitchFamily="34" charset="-120"/>
              </a:rPr>
              <a:t>Its triangular faces meet at one apex.</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A box with six rectangular faces  </a:t>
            </a:r>
            <a:pPr indent="0" marL="0">
              <a:buNone/>
            </a:pPr>
            <a:r>
              <a:rPr lang="en-US" sz="800" dirty="0">
                <a:solidFill>
                  <a:srgbClr val="24323F"/>
                </a:solidFill>
                <a:latin typeface="Hanken Grotesk" pitchFamily="34" charset="0"/>
                <a:ea typeface="Hanken Grotesk" pitchFamily="34" charset="-122"/>
                <a:cs typeface="Hanken Grotesk" pitchFamily="34" charset="-120"/>
              </a:rPr>
              <a:t>That is a rectangular prism, not a pyramid.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we find the surface area of a pyramid?</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a smaller square pyramid: base 4 × 4, slant height 5. What is the base area?</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Right, 4 × 4 = 16. Now one triangular face: ½ × 4 × 5. What do you get?</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10. Four faces is 4 × 10 = 40. Now add the base: 16 + 40. What is the surface area?</a:t>
            </a:r>
            <a:endParaRPr lang="en-US" sz="1050" dirty="0"/>
          </a:p>
        </p:txBody>
      </p:sp>
      <p:sp>
        <p:nvSpPr>
          <p:cNvPr id="29" name="Shape 27"/>
          <p:cNvSpPr/>
          <p:nvPr/>
        </p:nvSpPr>
        <p:spPr>
          <a:xfrm>
            <a:off x="640080" y="3035808"/>
            <a:ext cx="274320" cy="274320"/>
          </a:xfrm>
          <a:prstGeom prst="ellipse">
            <a:avLst/>
          </a:prstGeom>
          <a:solidFill>
            <a:srgbClr val="B0883B"/>
          </a:solidFill>
          <a:ln/>
        </p:spPr>
      </p:sp>
      <p:sp>
        <p:nvSpPr>
          <p:cNvPr id="30" name="Text 28"/>
          <p:cNvSpPr/>
          <p:nvPr/>
        </p:nvSpPr>
        <p:spPr>
          <a:xfrm>
            <a:off x="640080" y="303580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1" name="Text 29"/>
          <p:cNvSpPr/>
          <p:nvPr/>
        </p:nvSpPr>
        <p:spPr>
          <a:xfrm>
            <a:off x="1024128" y="2980944"/>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SA = 56 in². Don't forget to add the base area!</a:t>
            </a:r>
            <a:endParaRPr lang="en-US" sz="1050" dirty="0"/>
          </a:p>
        </p:txBody>
      </p:sp>
      <p:sp>
        <p:nvSpPr>
          <p:cNvPr id="32" name="Text 30"/>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3" name="Shape 31"/>
          <p:cNvSpPr/>
          <p:nvPr/>
        </p:nvSpPr>
        <p:spPr>
          <a:xfrm>
            <a:off x="640080" y="4297680"/>
            <a:ext cx="5120640" cy="0"/>
          </a:xfrm>
          <a:prstGeom prst="line">
            <a:avLst/>
          </a:prstGeom>
          <a:noFill/>
          <a:ln w="9525">
            <a:solidFill>
              <a:srgbClr val="C7CDD2"/>
            </a:solidFill>
            <a:prstDash val="dash"/>
          </a:ln>
        </p:spPr>
      </p:sp>
      <p:sp>
        <p:nvSpPr>
          <p:cNvPr id="34" name="Shape 32"/>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6" name="Text 34"/>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square pyramid time capsule display has a square base and four triangular faces that meet at a point on top. To find its surface area, which parts do you need to measure?</a:t>
            </a:r>
            <a:endParaRPr lang="en-US" sz="1000" dirty="0"/>
          </a:p>
        </p:txBody>
      </p:sp>
      <p:sp>
        <p:nvSpPr>
          <p:cNvPr id="37" name="Shape 35"/>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Text 36"/>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9" name="Text 37"/>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Surface area of a pyramid = base area + the area of all the triangular lateral faces.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Calculate the surface area of each pyramid display. SA = Base Area + Lateral Area. For each triangular face, use A = ½ × base × slant height.</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For Display A (square base 6×6, slant height 8), how did you combine the base area and the four triangular faces to get the total surface area?</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Surface Area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Dimensions:  </a:t>
            </a:r>
            <a:pPr indent="0" marL="0">
              <a:buNone/>
            </a:pPr>
            <a:r>
              <a:rPr lang="en-US" sz="950" b="1" dirty="0">
                <a:solidFill>
                  <a:srgbClr val="24323F"/>
                </a:solidFill>
                <a:latin typeface="Courier New" pitchFamily="34" charset="0"/>
                <a:ea typeface="Courier New" pitchFamily="34" charset="-122"/>
                <a:cs typeface="Courier New" pitchFamily="34" charset="-120"/>
              </a:rPr>
              <a:t>Square pyramid: base edge = 10 in, slant height = 8 in</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Base Area:  </a:t>
            </a:r>
            <a:pPr indent="0" marL="0">
              <a:buNone/>
            </a:pPr>
            <a:r>
              <a:rPr lang="en-US" sz="950" b="1" dirty="0">
                <a:solidFill>
                  <a:srgbClr val="24323F"/>
                </a:solidFill>
                <a:latin typeface="Courier New" pitchFamily="34" charset="0"/>
                <a:ea typeface="Courier New" pitchFamily="34" charset="-122"/>
                <a:cs typeface="Courier New" pitchFamily="34" charset="-120"/>
              </a:rPr>
              <a:t>10 × 10 = 100 in²</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Lateral Area:  </a:t>
            </a:r>
            <a:pPr indent="0" marL="0">
              <a:buNone/>
            </a:pPr>
            <a:r>
              <a:rPr lang="en-US" sz="950" b="1" dirty="0">
                <a:solidFill>
                  <a:srgbClr val="24323F"/>
                </a:solidFill>
                <a:latin typeface="Courier New" pitchFamily="34" charset="0"/>
                <a:ea typeface="Courier New" pitchFamily="34" charset="-122"/>
                <a:cs typeface="Courier New" pitchFamily="34" charset="-120"/>
              </a:rPr>
              <a:t>½ × 10 × 8 = 40 in² (one face). Total lateral = 40 × 3 = 120 in²</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Answer:  </a:t>
            </a:r>
            <a:pPr indent="0" marL="0">
              <a:buNone/>
            </a:pPr>
            <a:r>
              <a:rPr lang="en-US" sz="950" b="1" dirty="0">
                <a:solidFill>
                  <a:srgbClr val="24323F"/>
                </a:solidFill>
                <a:latin typeface="Courier New" pitchFamily="34" charset="0"/>
                <a:ea typeface="Courier New" pitchFamily="34" charset="-122"/>
                <a:cs typeface="Courier New" pitchFamily="34" charset="-120"/>
              </a:rPr>
              <a:t>SA = 100 + 120 = 220 in²</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square pyramid has a 6 × 6 base and a slant height of 8.</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the base area: 6 × 6 = 36.</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one triangular face: ½ × 6 × 8 = 24. A square pyramid has 4 of them, so 4 × 24 = 96.</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add the base and the side faces: 36 + 96 = 132.</a:t>
            </a:r>
            <a:endParaRPr lang="en-US" sz="1050" dirty="0"/>
          </a:p>
        </p:txBody>
      </p:sp>
      <p:sp>
        <p:nvSpPr>
          <p:cNvPr id="31" name="Shape 29"/>
          <p:cNvSpPr/>
          <p:nvPr/>
        </p:nvSpPr>
        <p:spPr>
          <a:xfrm>
            <a:off x="594360" y="3145536"/>
            <a:ext cx="274320" cy="274320"/>
          </a:xfrm>
          <a:prstGeom prst="ellipse">
            <a:avLst/>
          </a:prstGeom>
          <a:solidFill>
            <a:srgbClr val="B0883B"/>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the total surface area is 132 in². I used the slant height (8) for the triangles, not the pyramid's height.</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Pyramid and Slant height.</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"Surface area of a pyramid = base area + the area of all the triangular lateral faces."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Pyramid,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square pyramid has a base area of 49 cm² and a total lateral area of 84 cm². What is the surface area?</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square pyramid has a base edge of 5 in and a slant height of 7 in. What is the surface area?</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How many lateral (triangular) faces does a square pyramid have?</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museum builds a square pyramid display case with base edge 3 ft and slant height 4 ft, and the base is open (no glass). Talk through how to find how much glass the 4 triangular sides need.</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"Surface area of a pyramid = base area + the area of all the triangular lateral faces."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Pyramid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Pyramid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square pyramid has a base edge of 6 in and a slant height of 5 in. What is the total surface area?</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96 in²</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60 in²</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96 in³</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36 in²</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surface area of a pyramid by adding the base area and the lateral faces.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10-5: Surface Area of Pyramids</dc:title>
  <dc:subject>6.G.4</dc:subject>
  <dc:creator>Neft Teacher</dc:creator>
  <cp:lastModifiedBy>Neft Teacher</cp:lastModifiedBy>
  <cp:revision>1</cp:revision>
  <dcterms:created xsi:type="dcterms:W3CDTF">2026-06-08T12:10:58Z</dcterms:created>
  <dcterms:modified xsi:type="dcterms:W3CDTF">2026-06-08T12:10:58Z</dcterms:modified>
</cp:coreProperties>
</file>