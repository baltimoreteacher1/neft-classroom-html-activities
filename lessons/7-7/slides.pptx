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'At most' means less than or equal to, so the model should be an inequality: 134 + c ≤ 200. Solving: c ≤ 66. Up to 66 more cars can park, not exactly 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1FA6A2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Equations and Inequalities Problem Solving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7  ·  Lesson 7-7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model and solve real-world problems using equations and inequalities.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reasoning using the words model, equation, inequality, and reasonableness.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Case File: The Final Puzzle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Detective Santos is closing a complex case. She has collected equations and inequalities from different parts of the investigation. One clue says: 'The total value of stolen items divided equally among 4 accomplices gave each person $85.' Another says: 'The lookout earned less than $50.' She must model both clues mathematically and check if the answers are reasonable. Can you help?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Which clue leads to an equation and which leads to an inequality?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operation does 'divided equally among 4' suggest?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'less than $50' tell you about the inequality symbol?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do you decide when to use an equation versus an inequality?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would happen if the lookout earned exactly $50 — would the clue still work?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Model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Modelar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 show a real-life situation with an equation or inequality.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Mostrar una situación real con una ecuación o desigualdad.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'Twice a number is 18' → 2n = 18 — the equation models the words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Equation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Ecuación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math sentence with an equal sign showing both sides are the same.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oración matemática con un signo igual que muestra que ambos lados son iguales.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x + 5 = 12 — exactly one answer: x = 7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Inequality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Desigualdad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math sentence that compares two sides with &lt;, &gt;, ≤, or ≥.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oración matemática que compara dos lados con &lt;, &gt;, ≤ o ≥.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x + 5 &gt; 12 — many answers: x = 8, 9, 10, ...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Reasonableness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Razonabilidad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Checking if your answer makes sense.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Revisar si tu respuesta tiene sentido.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If the problem asks for a number of people and you get x = −3, that is NOT reasonable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Variable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letter that stands for the unknown amount in a word problem.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letra que representa la cantidad desconocida en un problema verbal.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"5 less than a number is 12" becomes x − 5 = 12, where x is the variable.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Should I model this problem with an equation or an inequality?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Clue: 'The lookout earned less than $50.' Equation or inequality?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'Less than' is a limit, so it is an inequality. Let e be the earnings.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'Less than 50' means e &lt; 50. Is $30 a reasonable value? Yes.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Before solving a word problem, how do you decide whether to model it with an equation or an inequality?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'Equals' or 'exactly' points to an equation (=); 'at least, at most, more than, fewer than' points to an inequality.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 each word problem. Decide if it needs an equation or an inequality. Write the mathematical model, solve it, and check your answer for reasonableness.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364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148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was your plan to solve this problem, and how did you check that your answer was reasonable?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Problem-Solving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901952"/>
          </a:xfrm>
          <a:prstGeom prst="roundRect">
            <a:avLst>
              <a:gd name="adj" fmla="val 2404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parking lot holds at most 200 cars. There are 134 already. How many more can park?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Model: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+ c = 200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Solve: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66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090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Answer: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Exactly 66 more cars can park.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6667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Clue: 'A total divided equally among 4 people gave each $85.'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This has an exact total, so I use an equation. Let t be the total.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Divided among 4 to get 85 means t ÷ 4 = 85, so t = 85 × 4 = 340.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Check reasonableness: $340 split 4 ways is $85 each. That makes sense!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Model and Equation.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"'Equals' or 'exactly' points to an equation (=); 'at least, at most, more than, fewer than' points to an inequality."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Model,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student solved 4n = 52 and got n = 13. Is the answer reasonable if n represents the number of notebooks in a box?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museum has some paintings. After adding 12, they have 45. Which equation models this?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detective needs more than 8 hours to finish the investigation. She has already worked 3 hours. Which inequality represents the additional hours h she needs?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Describe a real situation that an equation or inequality could model, and explain which one you would use.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"'Equals' or 'exactly' points to an equation (=); 'at least, at most, more than, fewer than' points to an inequality."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Model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1FA6A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Model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box of donuts has some donuts. After giving away 7, there are fewer than 5 left. Which inequality represents the starting number of donuts d?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d − 7 &lt;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d + 7 &lt;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d − 7 &gt;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d − 7 =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7  ·  Lesson 7-7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model and solve real-world problems using equations and inequalities.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1FA6A2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7-7: Equations and Inequalities Problem Solving</dc:title>
  <dc:subject>6.EE.7</dc:subject>
  <dc:creator>Neft Teacher</dc:creator>
  <cp:lastModifiedBy>Neft Teacher</cp:lastModifiedBy>
  <cp:revision>1</cp:revision>
  <dcterms:created xsi:type="dcterms:W3CDTF">2026-06-08T12:10:58Z</dcterms:created>
  <dcterms:modified xsi:type="dcterms:W3CDTF">2026-06-08T12:10:58Z</dcterms:modified>
</cp:coreProperties>
</file>