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'Twice' means multiply by 2, not add 2. The correct equation is 2n = 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🔍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Write Equations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7  ·  Lesson 7-1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 equation to represent a real-world situation.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equation using the words equation, variable, equal sign, and expression.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Case File: Translate the Clues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Ruiz received a tip: 'A number of stolen gems plus 8 more equals 20 total gems.' She needs to write an equation to represent this clue before she can solve the case. How would you write this situation as an equation?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quantity is unknown in this situation?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'plus 8 more' tell you about the operation?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'equals 20 total' tell you?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the clue said 'twice a number equals 20' instead?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you use a different variable letter and still have the same equation?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Ecuación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with an equal sign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con un signo igual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x + 5 = 12 means 'some number plus 5 equals 12'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Variable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letter that stands for an unknown number.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letra que representa un número desconocido.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n + 3 = 10, the letter n stands for the unknown number (n = 7)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Equal sign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Signo igual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= sign, showing both sides are the same.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signo =, que muestra que ambos lados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7 + 3 = 10 — both sides equal 10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Expression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Expresión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phrase with numbers and letters, but no equal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frase matemática con números y letras, pero sin signo igual.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2x + 5 is an expression; it becomes an equation when you write 2x + 5 = 15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Constant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Constante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fixed number in an expression or equation that does not change.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fijo en una expresión o ecuación que no cambia.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In x + 7 = 12, the numbers 7 and 12 are constants; only x can change.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Equation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+ 5 = 12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It has an equal sign showing two equal amounts.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x + 5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That is an expression because it has no equal sign.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do I turn a word clue into an equation?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New clue: 'A number plus 5 equals 9.' What is the unknown?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We let n be the unknown. What does 'plus 5' tell us to write?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does 'equals 9' tell us? Put it together: n + 5 = 9.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Detective Ruiz's clue says 'a number of stolen gems plus 8 more equals 20 total.' How would you turn this clue into an equation, and what does each part stand for?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unknown, choose a variable, then turn the words into symbols around an equal sign.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Use the balance scale to see how each word problem translates into an equation. Drag the correct expression to each side of the scale to make it balance.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 the balance scale you put n + 8 on one side and 20 on the other. How did you decide what belongs on each side of the equal sign?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Equation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Situation: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a number is 16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Identify operation: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Twice means addition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equation: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+ 2 = 16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Clue: 'A number of stolen gems plus 8 more equals 20 total.'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unknown is the number of gems. I let n stand for it.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'Plus 8 more' means + 8. 'Equals 20 total' means = 20.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my equation is n + 8 = 20.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Equation and Variable.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"Find the unknown, choose a variable, then turn the words into symbols around an equal sign."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Equation,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detective found some fingerprints on Monday and 14 more on Tuesday, for a total of 30. Which equation represents this?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'A number plus 12 equals 30'?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'Seven less than a number is 18'?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would writing an equation help you solve a real problem instead of just guessing?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"Find the unknown, choose a variable, then turn the words into symbols around an equal sign."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Equation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Equation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equation represents: 'A number divided by 6 equals 9'?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n / 6 = 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6n = 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n − 6 = 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n + 6 = 9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6.EE.6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7  ·  Lesson 7-1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 equation to represent a real-world situation.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7-1: Write Equations</dc:title>
  <dc:subject>6.EE.6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