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— Inverse of subtraction is ADDITION. Add 18 to both sides: x = 45 + 18 = 63.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5143500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Shape 1"/>
          <p:cNvSpPr/>
          <p:nvPr/>
        </p:nvSpPr>
        <p:spPr>
          <a:xfrm>
            <a:off x="2651760" y="-640080"/>
            <a:ext cx="2011680" cy="2011680"/>
          </a:xfrm>
          <a:prstGeom prst="ellipse">
            <a:avLst/>
          </a:prstGeom>
          <a:solidFill>
            <a:srgbClr val="1FA6A2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65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🔍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One-Step Addition and Subtraction Equations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4160520"/>
            <a:ext cx="1188720" cy="310896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6.EE.7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416052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E6E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 7  ·  Lesson 7-2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23360" y="411480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548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Math Notebook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51960" y="10241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Name: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83480" y="1207008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1280160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Date: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1463040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15361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Period: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1719072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2011680"/>
            <a:ext cx="4800600" cy="1143000"/>
          </a:xfrm>
          <a:prstGeom prst="roundRect">
            <a:avLst>
              <a:gd name="adj" fmla="val 6400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10312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CAN…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Yo puedo…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0" y="2395728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one-step addition and subtraction equations using inverse operations.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23360" y="3291840"/>
            <a:ext cx="4800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206240" y="33832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WILL EXPLAIN…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Objetivo de lenguaje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06240" y="3675888"/>
            <a:ext cx="44348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explain my steps using the words equation, inverse operation, isolate, and solution.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 Curious / Sé Curioso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3716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VISUAL PROMPT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0700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Case File: The Missing Number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50876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Detective Chen found a coded message: 'The suspect's locker number plus 23 equals 58.' She needs to figure out the locker number to crack the case. The equation is n + 23 = 58. What is n?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first idea: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356616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388620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94360" y="42062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09160" y="685800"/>
            <a:ext cx="4114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👁  I Notice…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1051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operation connects the locker number and 23?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does n represent in the equation?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could you undo the addition to find n?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27432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09160" y="2743200"/>
            <a:ext cx="411480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💭  I Wonder…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10896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if the message said 'the number minus 23 equals 58' instead?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Can you check your answer by putting it back in the equation?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Vocabulary / Vocabulario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8580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Term / Término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Meaning / Significado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Example / Ejemplo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Equation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Ecuación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math sentence with an equal sign showing both sides are the same.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oración matemática con un signo igual que muestra que ambos lados son iguales.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x + 5 = 12 — both sides equal 12 when x = 7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Inverse operation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Operación inversa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Two math actions that undo each other, like × and ÷.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Dos operaciones que se deshacen entre sí, como × y ÷.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Addition undoes subtraction: if x − 3 = 10, add 3 to get x = 13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Isolate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Despejar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To get the letter by itself on one side.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Dejar la letra sola en un lado.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x + 5 = 12 → subtract 5 from both sides → x = 7 (x is isolated)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Solution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Solución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number that makes the equation true.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El número que hace verdadera la ecuación.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x = 7 is the solution to x + 5 = 12 because 7 + 5 = 12 ✓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One-step equation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Ecuación de un paso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An equation you can solve in a single step using one inverse operation.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ecuación que puedes resolver en un solo paso usando una operación inversa.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x + 4 = 9 is solved in one step: subtract 4 from both sides, so x = 5.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411480" y="35204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Inverse operation — example vs. non-example: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1148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E7F6F4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2120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✓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Subtracting 5 to undo adding 5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Subtraction undoes addition.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66344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FDECEA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477316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✗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Adding 5 to undo adding 5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Adding again does not undo the original addition.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Guided Practice / Práctica Guiada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73736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👩‍🏫 WE DO TOGETHER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188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How do I solve an addition or subtraction equation?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1609344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1609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1554480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Solve x − 4 = 9. Is x being added or subtracted?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2084832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2029968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It is subtracted, so the inverse is adding 4 to both sides.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2560320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24128" y="2505456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x = 9 + 4 = 13. Check together: 13 − 4 = 9. True?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94360" y="3886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turn — show your work: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40080" y="4297680"/>
            <a:ext cx="51206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17920" y="1097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Detective Chen's clue is n + 23 = 58, where n is a locker number. Why can't she just 'know' n by looking, and what could she do to both sides to find it?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172200" y="274320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30936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🔑 Key Idea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309360" y="31089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Undo the operation with its inverse, and do it to both sides to keep the equation balanced.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It Out / Clasifícalo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22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Use the balance scale to solve n + 23 = 58. What must you do to both sides to isolate n?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Bank — cut or sort these cards: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9436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1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36220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13004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3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9436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4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9436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594360" y="2560320"/>
            <a:ext cx="25146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A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24612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3246120" y="2560320"/>
            <a:ext cx="25146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B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17920" y="1097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inverse operation did you use to solve n + 23 = 58, and why must you do it to BOTH sides of the balance?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17920" y="274320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307238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340156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6217920" y="373075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6217920" y="40599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Error Analysis / Análisis de Errores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554480" cy="274320"/>
          </a:xfrm>
          <a:prstGeom prst="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⚠ FIND THE ERROR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8412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the Equation Error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classmate turned in the work below. One step has a mistake — find it, name it, fix it.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1627632"/>
            <a:ext cx="5166360" cy="1901952"/>
          </a:xfrm>
          <a:prstGeom prst="roundRect">
            <a:avLst>
              <a:gd name="adj" fmla="val 2404"/>
            </a:avLst>
          </a:prstGeom>
          <a:solidFill>
            <a:srgbClr val="F4F1E8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3232" y="1691640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work (contains an error):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193852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Equation: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− 18 = 45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2322576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Identify inverse: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Inverse of subtraction is subtraction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2706624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Apply to both sides: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− 18 − 18 = 45 − 18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77240" y="3090672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4.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Simplify: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27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94360" y="3666744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step has the error? Circle it above.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FCE6DE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🛠 Explain &amp; Fix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17920" y="1097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mistake was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because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17920" y="178308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207568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236829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621792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Fix it — rewrite the step correctly: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217920" y="324612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53872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8313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412394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Two-Column Notes / Notas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92608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Steps / Pasos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1243584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1243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" y="1188720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Solve n + 23 = 58. The 23 is added to n.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1719072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1664208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inverse of adding 23 is subtracting 23.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2194560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2139696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subtract 23 from both sides: n + 23 − 23 = 58 − 23.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4360" y="2670048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6700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8408" y="2615184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That leaves n = 35. Check: 35 + 23 = 58. True!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709160" y="685800"/>
            <a:ext cx="41148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Example / Mi Ejemplo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89204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problem here, matching each step on the left: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892040" y="178308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4892040" y="211226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244144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277063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892040" y="3099816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892040" y="342900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892040" y="375818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892040" y="408736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 Board / Tablero de Opciones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ONE to show what you know: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✏️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23444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Draw &amp; Label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Sketch a model for today's problem. Label it using Equation and Inverse operation.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53212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2–3 sentences, explain "Undo the operation with its inverse, and do it to both sides to keep the equation balanced." in your own words.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🧮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23444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It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practice problem and show every step clearly.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0916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4632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53212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 a Problem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your own problem that uses Equation, then solve it and make an answer key.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Independent Practice / Práctica Independiente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46304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✍️ ON YOUR OWN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shirt costs $d. After a $15 discount, it costs $38. What is d?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178308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219456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Solve: x + 9 = 15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274320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315468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Solve: y − 7 = 20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370332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109728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Where might solving a one-step equation help you find a missing amount in real life?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283464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6217920" y="316382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217920" y="349300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382219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415137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Think–Write–Respond / Piensa y Escribe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0350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Use evidence from today's lesson to complete each frame.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96012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1 — </a:t>
            </a:r>
            <a:pPr indent="0" marL="0">
              <a:buNone/>
            </a:pPr>
            <a:r>
              <a:rPr lang="en-US" sz="110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the Rule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3441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Today's key idea is "Undo the operation with its inverse, and do it to both sides to keep the equation balanced." — and it works because ___.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189280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11480" y="224028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2331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2 — </a:t>
            </a:r>
            <a:pPr indent="0" marL="0">
              <a:buNone/>
            </a:pPr>
            <a:r>
              <a:rPr lang="en-US" sz="110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Because / But / So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26243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Because Equation means ___, but a tricky part is ___, so I have to ___.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317296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11480" y="352044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3611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3 — </a:t>
            </a:r>
            <a:pPr indent="0" marL="0">
              <a:buNone/>
            </a:pPr>
            <a:r>
              <a:rPr lang="en-US" sz="110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Catch the Mistake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90448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common mistake with Equation is ___. It happens because ___, and the fix is ___.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4360" y="445312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Exit Ticket / Boleto de Salida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Reflection / Reflexión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10972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 I learned that ___ because ___.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178308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4360" y="209397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94360" y="240487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28346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thing I am still not sure about is ___.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5204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94360" y="383133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94360" y="414223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Quick Exit Ticket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1097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1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Solve: p + 2.8 = 9.1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A.  p = 6.3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0" y="20939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B.  p = 11.9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0" y="24048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C.  p = 6.8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0" y="27157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D.  p = 3.25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1638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2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Explain how you know your answer is correct. Use at least one vocabulary word.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92040" y="380390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409651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438912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Goal Tracker / Seguimiento de Metas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58368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17324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658368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C15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Goal: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one-step addition and subtraction equations using inverse operations.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38428" y="1508760"/>
            <a:ext cx="512064" cy="512064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1" name="Text 19"/>
          <p:cNvSpPr/>
          <p:nvPr/>
        </p:nvSpPr>
        <p:spPr>
          <a:xfrm>
            <a:off x="113842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Yet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need more help. This does not make sense to me yet.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6032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87268" y="1508760"/>
            <a:ext cx="512064" cy="512064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7" name="Text 25"/>
          <p:cNvSpPr/>
          <p:nvPr/>
        </p:nvSpPr>
        <p:spPr>
          <a:xfrm>
            <a:off x="328726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60604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Getting There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7004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understand the idea but I make mistakes when I work.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0604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36108" y="1508760"/>
            <a:ext cx="512064" cy="512064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33" name="Text 31"/>
          <p:cNvSpPr/>
          <p:nvPr/>
        </p:nvSpPr>
        <p:spPr>
          <a:xfrm>
            <a:off x="543610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75488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Got It!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1888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on my own and explain my thinking.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5800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584948" y="1508760"/>
            <a:ext cx="512064" cy="512064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39" name="Text 37"/>
          <p:cNvSpPr/>
          <p:nvPr/>
        </p:nvSpPr>
        <p:spPr>
          <a:xfrm>
            <a:off x="758494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0372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Teach It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96772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clearly teach this strategy to a classmate.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0372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11480" y="397764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0080" y="397764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next step:  </a:t>
            </a:r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move up one level, I will ___.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Neft Teacher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7-2: Solve One-Step Addition and Subtraction Equations</dc:title>
  <dc:subject>6.EE.7</dc:subject>
  <dc:creator>Neft Teacher</dc:creator>
  <cp:lastModifiedBy>Neft Teacher</cp:lastModifiedBy>
  <cp:revision>1</cp:revision>
  <dcterms:created xsi:type="dcterms:W3CDTF">2026-06-08T12:33:42Z</dcterms:created>
  <dcterms:modified xsi:type="dcterms:W3CDTF">2026-06-08T12:33:42Z</dcterms:modified>
</cp:coreProperties>
</file>