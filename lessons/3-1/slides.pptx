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The total is 12, not 8. The correct ratio is 4:12.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C0654A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👨‍🍳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Understand Ratios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3  ·  Lesson 3-1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write and describe a ratio that compares two quantities.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a comparison using the words ratio, part-to-part, part-to-whole, and colon notation.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Chef Academy Ratio Rookie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Welcome to Chef Academy! Head Chef Reyes is teaching new students how to read recipes like a pro. Her signature cookie recipe calls for 3 cups of flour for every 2 cups of sugar. Before the students can start baking, they need to understand how these ingredient amounts compare to each other.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two ingredients are being compared in the recipe?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could you describe the relationship between flour and sugar?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Is the amount of flour more than, less than, or equal to the amount of sugar?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if we compared the sugar to the flour instead — would the ratio change?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Could we compare one ingredient to the total amount of both?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Ratio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Razón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way to compare two amounts, like 3 to 2.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manera de comparar dos cantidades, como 3 a 2.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3 cups flour to 2 cups sugar → 3:2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Comparison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Comparación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Looking at two or more amounts to see how they are related.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Mirar dos o más cantidades para ver cómo se relacionan.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5 eggs vs. 3 eggs — which recipe uses more?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Part-to-part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Parte a parte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ratio comparing one part of a group to another part.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razón que compara una parte de un grupo con otra parte.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3 cups flour : 2 cups sugar (ingredient to ingredient)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Part-to-whole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Parte a todo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ratio comparing one part to the whole group.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razón que compara una parte con todo el grupo.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3 cups flour out of 5 cups total → 3:5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Colon notation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Notación con dos puntos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Writing a ratio with two dots between the numbers, like 3:2.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Escribir una razón con dos puntos entre los números, como 3:2.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3 to 2 can be written as 3:2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Ratio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 cats to 5 dogs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compares two quantities.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number 8 by itself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single number does not compare two quantities.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What is a ratio?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bowl has 4 apples and 1 orange. What two amounts are we comparing?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We write apples to oranges in order: 4 to 1.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colon notation that is 4:1.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Chef Reyes's cookie recipe uses 3 cups of flour for every 2 cups of sugar. How would you describe how these two ingredient amounts compare?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ratio compares two quantities, and the order you write them in matters.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Chef Reyes wrote several comparisons on the board. Sort them into two groups: statements that ARE ratios and statements that are NOT ratios.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 cups flour to 2 cups sugar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5364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 eggs for every 1 stick of butter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2148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5 red apples out of 8 total apples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There are 12 cookies on the tray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36220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45364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oven is set to 350°F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13004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22148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cake tastes delicious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0654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IS a Ratio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0654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a Ratio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When you sorted the board statements, what made something a ratio instead of NOT a ratio (like '12 cookies on the tray')?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Aliya's Mistake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Read the problem: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trail mix has 6 almonds, 4 raisins, and 2 cashews. Write the ratio of raisins to total pieces.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Count total pieces: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+ 4 + 2 = 12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the ratio: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4:8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Answer: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ratio of raisins to total is 4:8.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Chef Reyes uses 3 cups of flour for every 2 cups of sugar.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am comparing two amounts: flour and sugar.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write flour to sugar, in that order, as 3 to 2.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colon notation I write it as 3:2.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4360" y="3145536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31455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78408" y="3090672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the ratio of flour to sugar is 3:2.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Ratio and Comparison.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"A ratio compares two quantities, and the order you write them in matters."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Ratio,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fruit salad has 5 pieces of melon, 3 pieces of pineapple, and 2 grapes. What is the ratio of pineapple to melon?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parking lot has 10 cars and 6 trucks. What is the part-to-whole ratio of trucks to total vehicles?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recipe uses 4 cups of milk and 1 cup of cream. What is the ratio of milk to cream?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cafeteria wants 3 main dishes for every 2 side dishes. How is this the same kind of thinking as Chef Reyes's flour-to-sugar ratio?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"A ratio compares two quantities, and the order you write them in matters."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Ratio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Ratio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bag of trail mix contains 8 peanuts and 5 raisins. What is the ratio of raisins to total pieces?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5:13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8:5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5:8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13:5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write and describe a ratio that compares two quantities.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3-1: Understand Ratios</dc:title>
  <dc:subject>6.RP.1</dc:subject>
  <dc:creator>Neft Teacher</dc:creator>
  <cp:lastModifiedBy>Neft Teacher</cp:lastModifiedBy>
  <cp:revision>1</cp:revision>
  <dcterms:created xsi:type="dcterms:W3CDTF">2026-06-08T12:10:58Z</dcterms:created>
  <dcterms:modified xsi:type="dcterms:W3CDTF">2026-06-08T12:10:58Z</dcterms:modified>
</cp:coreProperties>
</file>