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'12 less than a number g' means start with g and subtract 12: g − 12. The phrase 'less than' reverses the order — the number being subtracted FROM comes after 'less than.'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7A5C8E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🎵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Write Algebraic Expressions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6  ·  Lesson 6-3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algebraic expressions from words and real-world situations.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expression using the words variable, coefficient, constant, and algebraic expression.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Concert Planner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You're planning a concert at the music studio. Tickets cost $12 each, and there's a flat $50 venue fee no matter how many people attend. If t represents the number of tickets sold, how would you write an expression for the total revenue?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value changes depending on how many people come?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stays the same no matter the number of tickets?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would you calculate the total if 10 tickets are sold?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there were two different ticket prices — regular and VIP?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tickets would need to be sold to earn $200?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Variable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letter that stands for a number that is unknown or can change.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letra que representa un número desconocido o que puede cambiar.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5t + 20, t could be hours worked — if t = 3, the expression equals 35; if t = 8, it equals 60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Algebraic Expression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Expresión algebraica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phrase that has at least one letter.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frase matemática que tiene al menos una letra.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3n + 7 means 'triple a number, then add 7' — it has a variable (n), a coefficient (3), and a constant (7)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Coefficient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Coeficiente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in front of a letter, like the 3 in 3x.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frente a una letra, como el 3 en 3x.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8x, the coefficient 8 means '8 groups of x' — if x = 3, then 8x = 8 × 3 = 24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Constant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Constante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on its own that does not change.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solo que no cambia.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3n + 7, the 7 never changes no matter what n is — like a flat fee that stays the same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Like terms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Términos semejantes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Terms with the same letter, like 2x and 5x.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Términos con la misma letra, como 2x y 5x.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4x + 2x = 6x (like terms, same variable); but 4x + 2y cannot be combined (different variables)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Coefficient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7 in 7n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the number multiplied by the variable n.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n in 7n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 is the variable, not the coefficient.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turn words into an expression?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write a simpler one: "$5 for each drink, d drinks."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"$5 for each drink" tell us to do? Yes, multiply 5 by d.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expression is 5d.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Tickets cost $12 each with a flat $50 venue fee. If t is the number of tickets, how would you write an expression for total revenue, and which part changes with the crowd?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Words like "each" or "per" mean multiply, and "plus" or "more than" mean add.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Read each word phrase and sort it into the correct algebraic expression.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 more than a number n → n + 5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sum of 12 and a number x → 12 + x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number y increased by 8 → y + 8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 less than a number p → p − 7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number w decreased by 3 → w − 3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product of 4 and a number m → 4m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2560320"/>
            <a:ext cx="163068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Addition Expressions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36220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362200" y="2560320"/>
            <a:ext cx="163068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Subtraction Expressions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13004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30040" y="2560320"/>
            <a:ext cx="163068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Multiplication Expressions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do you turn words into an expression? Why does '12 less than a number g' become g − 12 and not 12 − g?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Translation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Phrase: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less than a number g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expression: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12 − g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Reasoning: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see 'less than' so I subtract, and 12 comes first in the phrase.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Tickets cost $12 each, plus a flat $50 venue fee. Let t be the number of tickets.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"$12 each ticket" means 12 times t, which I write as 12t.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flat fee $50 is added once, so I add 50.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put them together: total revenue = 12t + 50.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Variable and Algebraic Expression.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"Words like "each" or "per" mean multiply, and "plus" or "more than" mean add."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Variable,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represents 'the product of 6 and a number n'?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represents '9 less than a number y'?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represents 'the sum of a number m and 15'?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studio charges a $25 setup fee plus $8 per recording hour. With h hours, what expression models the cost, and what does each part represent?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"Words like "each" or "per" mean multiply, and "plus" or "more than" mean add."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Variable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Variable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represents '3 more than twice a number n'?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2n + 3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3n + 2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2(n + 3)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2 + 3n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6.EE.2a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algebraic expressions from words and real-world situations.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6-3: Write Algebraic Expressions</dc:title>
  <dc:subject>6.EE.2a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