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Q1 is the median of the lower half (3, 7, 9), which is 7. Q3 is the median of the upper half (15, 18, 21), which is 18. The student used the wrong value for Q1 — they picked 9 (the last value in the lower half) instead of the median of that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Display Data: Box Plots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8-5</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make and read a box plot to summarize a data set.</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box plot using the words box plot, median, quartile, and interquartile range.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Team Scoring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basketball league wants to compare scoring across teams. Here are the points scored by each player on the Wildcats in their last game: 4, 6, 8, 10, 12, 14, 15, 18, 22, 24, 28. The league needs a quick visual that shows the spread, the middle 50%, and any high or low scorers. Time to build a box plot!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are the lowest and highest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score is in the middle of the data?</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the scores bunched together or spread out?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you show the spread of all this data in one picture?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does the 'middle half' of the data look like?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Box Plot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Diagrama de caja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graph that shows how data is spread using five key numbers.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gráfica que muestra cómo se reparten los datos con cinco números clave.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from Q1 to Q3 with a line at the median, and whiskers from min to max</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Median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Mediana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middle number that splits the data in half.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del medio que divide los datos en dos mitades.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10, 15, 20, 25, 30 → median is 20 (the 3rd value)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Quartile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Cuartil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Numbers that split the data into four equal parts.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Números que dividen los datos en cuatro partes iguales.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2, 4, 6, 8, 10, 12, 14 → Q1 = 4 (median of lower half), Q3 = 12 (median of upper half)</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Interquartile Range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Rango intercuartílico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spread of the middle half of the data (Q3 − Q1).</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extensión de la mitad central de los datos (Q3 − Q1).</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Q1 = 12 and Q3 = 20, then IQR = 20 − 12 = 8 — the middle 50% spans 8 units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plot where the median is centered in the box shows symmetric distribution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a box plot?</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smaller data set: 2, 5, 5, 8, 11. First, what is the median (the middle value)?</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lower half is 2, 5 and the upper half is 8, 11. What is Q1? What is Q3?</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are the lowest and highest values? Now picture the box stretching from Q1 to Q3 with the median line inside.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Wildcats' scores are 4, 6, 8, 10, 12, 14, 15, 18, 22, 24, 28. To build a box plot you need a five-number summary. What five numbers will you need?</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The box always holds the middle 50% of the data, and the line inside the box is the median.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Find the five-number summary for the Wildcats' scoring data: 4, 6, 8, 10, 12, 14, 15, 18, 22, 24, 28. Place each value on the number line.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draw the box from Q1 to Q3, what does the length of the box tell you about the players' scores?</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Box Plot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3, 7, 9, 12, 15, 18, 21</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Min and Max:  </a:t>
            </a:r>
            <a:pPr indent="0" marL="0">
              <a:buNone/>
            </a:pPr>
            <a:r>
              <a:rPr lang="en-US" sz="950" b="1" dirty="0">
                <a:solidFill>
                  <a:srgbClr val="24323F"/>
                </a:solidFill>
                <a:latin typeface="Courier New" pitchFamily="34" charset="0"/>
                <a:ea typeface="Courier New" pitchFamily="34" charset="-122"/>
                <a:cs typeface="Courier New" pitchFamily="34" charset="-120"/>
              </a:rPr>
              <a:t>Min = 3, Max = 21</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Median:  </a:t>
            </a:r>
            <a:pPr indent="0" marL="0">
              <a:buNone/>
            </a:pPr>
            <a:r>
              <a:rPr lang="en-US" sz="950" b="1" dirty="0">
                <a:solidFill>
                  <a:srgbClr val="24323F"/>
                </a:solidFill>
                <a:latin typeface="Courier New" pitchFamily="34" charset="0"/>
                <a:ea typeface="Courier New" pitchFamily="34" charset="-122"/>
                <a:cs typeface="Courier New" pitchFamily="34" charset="-120"/>
              </a:rPr>
              <a:t>Middle value = 12 ✓</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Q1 and Q3:  </a:t>
            </a:r>
            <a:pPr indent="0" marL="0">
              <a:buNone/>
            </a:pPr>
            <a:r>
              <a:rPr lang="en-US" sz="950" b="1" dirty="0">
                <a:solidFill>
                  <a:srgbClr val="24323F"/>
                </a:solidFill>
                <a:latin typeface="Courier New" pitchFamily="34" charset="0"/>
                <a:ea typeface="Courier New" pitchFamily="34" charset="-122"/>
                <a:cs typeface="Courier New" pitchFamily="34" charset="-120"/>
              </a:rPr>
              <a:t>Q1 = 9, Q3 = 18</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in order: 4, 6, 8, 10, 12, 14, 15, 18, 22, 24, 28. There are 11 numbers.</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middle number is the 6th one, 14, so the median = 14.</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lower half is 4, 6, 8, 10, 12. Its middle is 8, so Q1 = 8.</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upper half is 15, 18, 22, 24, 28. Its middle is 22, so Q3 = 22.</a:t>
            </a:r>
            <a:endParaRPr lang="en-US" sz="1050" dirty="0"/>
          </a:p>
        </p:txBody>
      </p:sp>
      <p:sp>
        <p:nvSpPr>
          <p:cNvPr id="31" name="Shape 29"/>
          <p:cNvSpPr/>
          <p:nvPr/>
        </p:nvSpPr>
        <p:spPr>
          <a:xfrm>
            <a:off x="594360" y="3145536"/>
            <a:ext cx="274320" cy="274320"/>
          </a:xfrm>
          <a:prstGeom prst="ellipse">
            <a:avLst/>
          </a:prstGeom>
          <a:solidFill>
            <a:srgbClr val="2E7D9A"/>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lowest is 4 and the highest is 28. I draw a box from 8 to 22, a line at 14, and whiskers out to 4 and 28.</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Box Plot and Median.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"The box always holds the middle 50% of the data, and the line inside the box is the median."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Box Plot,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box plots show: Team A has IQR = 8, Team B has IQR = 22. What does this tell you?</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box plot shows: Min = 10, Q1 = 15, Median = 20, Q3 = 28, Max = 35. What is the interquartile range (IQR)?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On a box plot, what does the line inside the box represent?</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Team A: Min=40, Q1=52, Med=60, Q3=68, Max=75. Team B: Min=35, Q1=55, Med=61, Q3=65, Max=80. A fan says Team B is better because they scored 80 once. Which team scores high more consistently?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"The box always holds the middle 50% of the data, and the line inside the box is the median."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Box Plot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Box Plot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box plot has Q1 = 20 and Q3 = 36. What is the IQR and what does it represent?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IQR = 16; it is the spread of the middle 50% of the data</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IQR = 56; it is the total of Q1 and Q3</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IQR = 28; it is the median between Q1 and Q3</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IQR = 36; it is the value of Q3</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make and read a box plot to summarize a data set.</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8-5: Display Data: Box Plots</dc:title>
  <dc:subject>6.SP.4</dc:subject>
  <dc:creator>Neft Teacher</dc:creator>
  <cp:lastModifiedBy>Neft Teacher</cp:lastModifiedBy>
  <cp:revision>1</cp:revision>
  <dcterms:created xsi:type="dcterms:W3CDTF">2026-06-08T12:33:42Z</dcterms:created>
  <dcterms:modified xsi:type="dcterms:W3CDTF">2026-06-08T12:33:42Z</dcterms:modified>
</cp:coreProperties>
</file>