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Since the piece is cut out, subtract: 160 − 24 = 136 sq ft. When a piece is removed, subtract its area from the larger shape.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4F7A52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📐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Area of Composite Figures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5  ·  Lesson 5-5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7A5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find the area of a composite figure by adding or subtracting the areas of basic shapes.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7A5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my steps using the words composite figure, decompose, add, and subtract.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Blueprint Review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architecture firm is calculating the floor area of an L-shaped room for a client's new home. The contractor needs the total area to order the correct amount of flooring. The room can be split into two rectangles: one is 12 feet by 8 feet and the other is 6 feet by 5 feet.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does the shape of the room look like?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Can you see simpler shapes inside the L-shape?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measurements are given for each part?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Is there more than one way to split this shape into rectangles?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Could you use subtraction instead of addition to find the area?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Composite Figure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Figura compuesta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shape made by putting two or more simple shapes together.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figura formada al juntar dos o más figuras simples.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An L-shaped room = a 12×8 rectangle joined to a 6×5 rectangle; total area = 96 + 30 = 126 sq ft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Decompose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Descomponer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To break a shape into smaller, simpler shapes.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Separar una figura en figuras más pequeñas y simples.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Draw a dashed line across the L-shape to split it into two rectangles — now you can find each area separately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Add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Sumar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Add up the areas of the smaller shapes to get the total.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Sumar las áreas de las figuras pequeñas para obtener el total.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T-shaped hallway: top rectangle = 30 sq ft, bottom rectangle = 28 sq ft → total = 30 + 28 = 58 sq ft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Subtract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Restar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Take away the area of a missing piece from a bigger shape.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Quitar el área de una parte que falta de una figura más grande.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14×10 pool with a 6×4 cutout: 140 − 24 = 116 sq ft of water surface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Formula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Fórmula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math rule written with symbols.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regla matemática escrita con símbolos.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Rectangle: A = l × w; Triangle: A = ½ × b × h; use the right formula for each piece of a composite figure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411480" y="35204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Composite Figure — example vs. non-example: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1148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E7F6F4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2120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✓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An L-shaped room made of two rectangles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It is built from two basic shapes.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66344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FDECEA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477316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✗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single square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basic shape alone is not composite.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How do we find the area of a composite figure?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Now an L-shape made of a 5 ft by 4 ft rectangle and a 3 ft by 2 ft rectangle.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First rectangle: 5 × 4 = 20 square feet.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Second rectangle: 3 × 2 = 6 square feet.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0080" y="3035808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303580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024128" y="2980944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Are they joined or cut out? Joined, so we add: 20 + 6 = 26 square feet.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L-shaped room splits into a 12 ft by 8 ft rectangle and a 6 ft by 5 ft rectangle. Why is it easier to find the area after you decompose the L into two rectangles?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F7A5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Break the figure into simple shapes. ADD the areas when shapes are joined; SUBTRACT when a piece is cut out.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Break each composite figure into simpler shapes. Find the area of each part, then calculate the total area.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8580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1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245364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2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22148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3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85800" y="1975104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4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4F7A5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A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4F7A5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B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For the U-shaped pool you subtracted a 6 ft by 4 ft cutout from a 14 ft by 10 ft rectangle. How do you decide when to ADD areas and when to SUBTRACT?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the Area Error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901952"/>
          </a:xfrm>
          <a:prstGeom prst="roundRect">
            <a:avLst>
              <a:gd name="adj" fmla="val 2404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Identify the shapes: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Rectangle: 16 ft × 10 ft, with a 4 ft × 6 ft piece cut from the corner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Find the large rectangle area: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16 × 10 = 160 sq ft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Find the cutout area: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4 × 6 = 24 sq ft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77240" y="3090672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Find total area: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 = 160 + 24 = 184 sq ft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94360" y="3666744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L-shaped room splits into two rectangles: one is 12 ft by 8 ft, the other is 6 ft by 5 ft.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First rectangle: A = length × width = 12 × 8 = 96 square feet.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Second rectangle: A = 6 × 5 = 30 square feet.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pieces are joined, so I add: 96 + 30 = 126.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94360" y="3145536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32" name="Text 30"/>
          <p:cNvSpPr/>
          <p:nvPr/>
        </p:nvSpPr>
        <p:spPr>
          <a:xfrm>
            <a:off x="594360" y="314553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78408" y="3090672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 the total area is 126 square feet.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Composite Figure and Decompose.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"Break the figure into simple shapes. ADD the areas when shapes are joined; SUBTRACT when a piece is cut out."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Composite Figure,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F7A5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An L-shaped room is made of two rectangles: 10 ft × 6 ft and 4 ft × 3 ft. What is the total area?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F7A5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rectangular patio is 15 ft × 10 ft with a 5 ft × 4 ft rectangular flower bed cut out. What is the remaining area?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F7A5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Find the area of an L-shape made of a 5×3 rectangle and a 2×4 rectangle.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T-shaped conference room has a top of 14 ft by 4 ft and a stem of 6 ft by 10 ft, and carpet costs $5 per sq ft. Talk through finding the total cost.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4F7A5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"Break the figure into simple shapes. ADD the areas when shapes are joined; SUBTRACT when a piece is cut out."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4F7A5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Composite Figure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4F7A5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Composite Figure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F7A5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composite figure is made of a 9 ft x 7 ft rectangle and a 3 ft x 4 ft rectangle joined together. What is the total area?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75 sq ft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63 sq ft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12 sq ft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75 ft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F7A5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find the area of a composite figure by adding or subtracting the areas of basic shapes.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F7A5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5-5: Area of Composite Figures</dc:title>
  <dc:subject>6.G.1</dc:subject>
  <dc:creator>Neft Teacher</dc:creator>
  <cp:lastModifiedBy>Neft Teacher</cp:lastModifiedBy>
  <cp:revision>1</cp:revision>
  <dcterms:created xsi:type="dcterms:W3CDTF">2026-06-08T12:10:58Z</dcterms:created>
  <dcterms:modified xsi:type="dcterms:W3CDTF">2026-06-08T12:10:58Z</dcterms:modified>
</cp:coreProperties>
</file>