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'No more than' means less than or equal to (≤), not greater than. The correct inequality is s ≤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Inequalities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inequalities to represent real-world situations.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inequality using the words inequality, greater than, less than, and at least / at most.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Suspect Constraints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Navarro is narrowing down suspects. A witness says the suspect is at least 18 years old. The detective writes the inequality a ≥ 18, where a is the suspect's age. How does this help eliminate suspects?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'at least 18' mean about the suspect's age?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the suspect be exactly 18?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an inequality different from an equation?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witness said the suspect was less than 30 years old?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combine two inequalities to narrow it down even more?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Inequality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Desigualdad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that compares two sides with &lt;, &gt;, ≤, or ≥.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compara dos lados con &lt;, &gt;, ≤ o ≥.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&gt; 5 means x can be 6, 7, 8, ... — any number greater than 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Greater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Mayor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&gt; sign, showing one number is bigger.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signo &gt;, que muestra que un número es mayor.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 &gt; 3 — eight is larger than three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Less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Menor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&lt; sign, showing one number is smaller.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signo &lt;, que muestra que un número es menor.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&lt; 7 — two is smaller than seven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At least / At most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 menos / A lo más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'At least' means ≥. 'At most' means ≤.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'Al menos' significa ≥. 'Como máximo' significa ≤.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'At least 10 players' → p ≥ 10 (could be 10, 11, 12, ...); 'At most 5 tries' → t ≤ 5 (could be 5, 4, 3, ...)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an unknown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x &gt; 5, the letter x stands for any number greater than 5.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Inequality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&gt;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compares values with a greater-than sign.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=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equation, not an inequality.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write an inequality from words?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'A bag holds fewer than 10 items.' What does 'fewer than' mean?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means less than, and it does NOT include 10, so we use &lt;.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let n be the number of items: n &lt; 10.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witness says the suspect is 'at least 18 years old,' written as a ≥ 18. Why does the detective use an inequality here instead of an equation like a = 18?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'At least' means ≥ and 'at most' means ≤; 'more than' means &gt; and 'fewer/less than' means &lt;.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Match each phrase to the correct inequality symbol. Drag each phrase card into the matching symbol category.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1188720" cy="19659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118872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&gt; (greater than)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920240" y="2560320"/>
            <a:ext cx="1188720" cy="19659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920240" y="2560320"/>
            <a:ext cx="118872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&lt; (less than)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2560320"/>
            <a:ext cx="1188720" cy="19659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246120" y="2560320"/>
            <a:ext cx="118872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≥ (greater than or equal to)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 the phrases 'at least' and 'at most' change which inequality symbol you choose compared to 'more than' and 'fewer than'?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Inequality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Situation: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more than 25 students can join the field trip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key phrase: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 more than' means greater than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inequality: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&gt; 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'The suspect is at least 18 years old.'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let a stand for the age. 'At least 18' means 18 or more.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'At least' includes 18, so I use the symbol ≥.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inequality is a ≥ 18. So a could be 18, 19, 20, and up.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Inequality and Greater than.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"'At least' means ≥ and 'at most' means ≤; 'more than' means &gt; and 'fewer/less than' means &lt;."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Inequality,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parking garage charges if your stay is more than 2 hours. Which inequality represents times t that are charged?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inequality represents: 'The temperature is less than 40 degrees'?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inequality represents: 'You must be at least 48 inches tall to ride'?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do you see inequalities in real life, such as age limits or speed limits?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"'At least' means ≥ and 'at most' means ≤; 'more than' means &gt; and 'fewer/less than' means &lt;."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Inequality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Inequality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inequality represents: 'A number n is at least 14'?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n ≥ 14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n &gt; 14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n ≤ 14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 &lt; 14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inequalities to represent real-world situations.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7-4: Write Inequalities</dc:title>
  <dc:subject>6.EE.8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