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15 − 8 = 7, but 8 − 15 = −7. These are NOT equal. The commutative property does NOT apply to subtraction. It only works for addition and multiplication.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7A5C8E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🎵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Properties of Operations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6  ·  Lesson 6-4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the commutative, associative, and identity properties to rewrite expressions.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commutative property, associative property, and identity property.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Band Formation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You're a band director arranging musicians on stage. You have 3 guitarists, 5 drummers, and 2 keyboard players. Whether you seat the guitarists first or the drummers first, you still have 3 + 5 + 2 = 10 musicians. The order you arrange them doesn't change the total!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Does the order you add the musicians change the total?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you group different sections together first — does the total change?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happens when you add 0 musicians to a group?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Do these same rules work for subtraction or division?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rearranging terms help make mental math easier?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Commutative Property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Propiedad conmutativa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You can change the order and get the same answer.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Puedes cambiar el orden y obtener la misma respuesta.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+ 7 = 7 + 3 = 10 both ways; 4 × 5 = 5 × 4 = 20 both ways — order does not matter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Associative Property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Propiedad asociativa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You can change the grouping and get the same answer.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Puedes cambiar la agrupación y obtener la misma respuesta.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(2 + 3) + 4 = 5 + 4 = 9 and 2 + (3 + 4) = 2 + 7 = 9 — same answer, different grouping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Identity Property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Propiedad de identidad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Adding 0 or multiplying by 1 keeps the same value.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Sumar 0 o multiplicar por 1 mantiene el mismo valor.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9 + 0 = 9 (zero is the identity for addition); 6 × 1 = 6 (one is the identity for multiplication)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Property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Propiedad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rule that is always true in math.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regla que siempre es verdadera en matemáticas.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Commutative works for + and ×, but NOT for − or ÷ (since 5 − 3 = 2 but 3 − 5 = −2)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Coefficient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Coeficiente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number in front of a letter, like the 3 in 3x.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frente a una letra, como el 3 en 3x.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3x, the 3 is the coefficient — it tells you to multiply x by 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Commutative Property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 + 7 = 7 + 4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Changing the order keeps the same sum.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(4 + 7) + 2 = 4 + (7 + 2)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shows the associative property, which regroups.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are the properties of operations?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Look at 6 + 9 and 9 + 6. Do they give the same total?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 + 9 = 15 and 9 + 6 = 15. Yes, the same.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Only the order changed, so this shows the Commutative Property.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band has 3 guitarists, 5 drummers, and 2 keyboard players. Whether you seat guitarists or drummers first, you still have 10 musicians. Which property explains this, and why does it work?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Changing the order or the grouping of numbers being added or multiplied does not change the answer.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Read each pair of expressions. Identify which property of operations is being shown.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6 + 9 = 9 + 6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 × 7 = 7 × 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(3 + 5) + 2 = 3 + (5 + 2)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(4 × 2) × 5 = 4 × (2 × 5)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5364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14 + 0 = 14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148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8 × 1 = 8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436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Commutative Property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36220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36220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Associative Property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13004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7A5C8E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30040" y="2560320"/>
            <a:ext cx="1630680" cy="292608"/>
          </a:xfrm>
          <a:prstGeom prst="rect">
            <a:avLst/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Identity Property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How can you tell the commutative property from the associative property? Use 6 + 9 = 9 + 6 and (3 + 5) + 2 = 3 + (5 + 2) to explain.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Property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Statement: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15 − 8 = 8 − 15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claim: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 shows the Commutative Property of Subtraction.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Reasoning: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switched the order, so it must be commutative.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have 3 guitarists, 5 drummers, and 2 keyboard players.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add them as 3 + 5 + 2, which gives 10.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Commutative Property says order does not matter: 5 + 3 + 2 also gives 10.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Associative Property says grouping does not matter: (3 + 5) + 2 = 3 + (5 + 2), both equal 10.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Commutative Property and Associative Property.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"Changing the order or the grouping of numbers being added or multiplied does not change the answer."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Commutative Property,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property is shown? 5 + 13 = 13 + 5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property is shown? (6 × 3) × 2 = 6 × (3 × 2)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property is shown? 47 + 0 = 47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find 4 × 17 × 25 mentally, the engineer rearranges to 4 × 25 × 17 = 100 × 17. Which properties did she use, and why does rearranging help?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"Changing the order or the grouping of numbers being added or multiplied does not change the answer."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Commutative Property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7A5C8E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Commutative Property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property is shown? (8 + 5) + 2 = 8 + (5 + 2)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Associative Property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Commutative Property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Identity Property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Distributive Property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7A5C8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6  ·  Lesson 6-4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use the commutative, associative, and identity properties to rewrite expressions.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7A5C8E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A5C8E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6-4: Properties of Operations</dc:title>
  <dc:subject>6.EE.3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