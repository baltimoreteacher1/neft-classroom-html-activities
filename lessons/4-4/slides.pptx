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30% = 0.30 (divide by 100, not by 10). 0.30 × 90 = 27. The correct answer is 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Percent of a Number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percent of a number using an equation or a model.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percent, base, part, and equation.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It's Discount Day at the arcade! Different games are offering percent-off deals on ticket prices. The claw machine is 25% off its usual 60-ticket price, and the racing game is 40% off 80 tickets. You need to calculate the discounts to figure out how many tickets each game actually costs!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information do you need to find the discount amount?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finding 25% of 60 different from finding 40% of 80?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more than one way to find a percent of a number?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does a bar model help you see the percent of a number?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Percent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Porcentaje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a number to 100, shown with the %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un número con 100, con el signo %.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30% means 30 out of 100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(el todo)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whole amount you take a percent of.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cantidad total de la que sacas un porcentaje.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'25% of 80,' the base is 80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piece you get when you take a percent of a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parte que obtienes al sacar un porcentaje de un número.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25% of 80 = 20; the part is 20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 = percent × base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Discount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Descuento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Money taken off the first price to make it cheaper.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que se quita del precio original para que sea más barato.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$40 shirt at 25% off: discount = $10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find the percent of a number?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find 40% of 80. What is 40% as a decimal? (0.40)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multiply: 0.40 × 80 = 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part? (32)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Discount Day the claw machine is 25% off its 60-ticket price. In '25% of 60,' which number is the base (the whole), and what part are you trying to find?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the part, change the percent to a decimal, then multiply: part = percent × base.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percent of each number. Use the equation: Part = Percent × Base. Convert the percent to a decimal first.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steps did you follow every time to find the percent of a number in the discount table?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Percent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30% of 90: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 of 90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 percent to decimal: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 = 3.0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 × 90 = 270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 of 90 = 270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claw machine is 25% off its 60-ticket price. I want the discount.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change 25% to a decimal: 25 ÷ 100 = 0.25.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multiply by the base: 0.25 × 60 = 15.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discount is 15 tickets. The part is 15.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Percent and 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the part, change the percent to a decimal, then multiply: part = percent × base."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Percent,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arcade prize costs 240 tickets. If you have a coupon for 15% off, how many tickets do you save?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student scored 72 out of 90 on a test. What percent did they score?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20% of 150?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arcade donates 12% of Saturday's 1,500 ticket sales. The manager says 180 tickets, a student says 18. Who is right, and how do you know?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the part, change the percent to a decimal, then multiply: part = percent × base."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Percent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Percent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45% of 360?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162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145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180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126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percent of a number using an equation or a model.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4-4: Find the Percent of a Number</dc:title>
  <dc:subject>6.RP.3c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