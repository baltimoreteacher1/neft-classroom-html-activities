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14 × 9 = 126, then ½ × 126 = 63 sq m. The student added 14 + 9 = 23 instead of multiplying 14 × 9 = 126.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Triangles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base, height, area, and perpendicular.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park with triangular garden beds. The client wants to know exactly how much soil to order, which means calculating the area of each triangular section. The first garden has a base of 12 feet and a height of 8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are the garden beds?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do we need to find the area?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the area of a triangle related to the area of a rectangle?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divide by 2 when finding the area of a triangle?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it matter which side we call the base?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side of the triangle you use to find the area.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del triángulo que usas para hallar el área.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a triangle is 10 cm, then b = 10 cm in the formula A = ½ × b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from the base to the top corner.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desde la base hasta la esquina de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point straight down to the base at a 90° angle — like dropping a plumb line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triangle with b = 8 and h = 6 has area = ½ × 8 × 6 = 24 sq units — exactly half the rectangle around 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lines that meet to make a square corner (90 degrees).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líneas que se unen formando una esquina recta (90 grados).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corner of a book or a door frame — the edges meet at exactly 90°, shown by a small square symbol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house shape = a rectangle (the walls) + a triangle (the roof); total area = rectangle area + triangle area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Perpendicular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meeting at a 90° 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Perpendicular lines form a right angle.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that never meet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Those are parallel lines, not perpendicular.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triangle?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triangle: base = 10 cm, height = 6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what is 10 × 6? Yes, 60.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take half: what is ½ × 60? Yes, 30.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area is 30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triangular garden bed has a base of 12 feet and a height of 8 feet. Which measurement is the height, and how is it different from the slanted side?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triangle = ½ × base × height. A triangle is exactly half of a rectangle with the same base and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triangle with base 12 and height 8 to visualize the garden. Place points at (0, 0), (12, 0), and (6, 8).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grid your triangle (base 12, height 8) fits inside a 12 by 8 rectangle. Why do we divide by 2 to find the triangle's area?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base and height: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14 m, h = 9 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b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values: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14 × 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23 = 11.5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triangular garden has a base of 12 feet and a height of 8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½ × base × height.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A = ½ × 12 × 8.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base × height first: 12 × 8 = 96.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take half: ½ × 96 = 48. So the area is 48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Base and Height.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triangle = ½ × base × height. A triangle is exactly half of a rectangle with the same base and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Base,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triangle with base 10 cm and height 6 cm?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an area of 24 sq ft and a base of 8 ft. What is the height?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Why do we divide by 2 when finding the area of a triangle?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homeowner paints a triangular A-frame wall with base 20 ft and height 14 ft; one can covers 50 sq ft. Talk through how many cans are needed.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triangle = ½ × base × height. A triangle is exactly half of a rectangle with the same base and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Base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Base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 base of 11 inches and a height of 8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44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88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19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44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5-3: Area of Triangles</dc:title>
  <dc:subject>6.G.1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