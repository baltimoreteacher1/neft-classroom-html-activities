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The frequencies are correct (1, 2, 3, 4, 2), but this is NOT symmetric. In a symmetric histogram, the bars rise and fall evenly from the center. Here the bars increase from left to right and only drop at the end — the data is skewed LEFT (most scores are on the higher end).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2E7D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Display Data: Histograms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8  ·  Lesson 8-6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make and read a histogram to display data in intervals.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histogram using the words histogram, frequency, interval, and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League Stats Organizer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basketball league has 30 players and wants to display everyone's points-per-game average in a way that shows how the data is distributed. The raw averages are: 2, 5, 7, 8, 9, 10, 11, 11, 12, 13, 13, 14, 14, 15, 15, 16, 16, 17, 18, 18, 19, 20, 21, 22, 23, 24, 25, 28, 30, 32. Listing all 30 numbers is hard to read — a histogram will reveal the pattern!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Where do most of the scoring averages seem to cluster?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Are there many players at the very low or very high end?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could you group these numbers to see a pattern?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size intervals would work best for this data?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shape will the data make when grouped into a histogram?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Histogram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Histograma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bar graph that groups data into equal ranges. The bars touch.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gráfica de barras que agrupa datos en rangos iguales. Las barras se tocan.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Bars side by side: 0-9 pts (3 players), 10-19 pts (8 players), 20-29 pts (4 players)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Frequency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Frecuencia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many times a value shows up.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Cuántas veces aparece un valor.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If 5 players scored 10-19 points, the frequency for that interval is 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Interval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Intervalo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range of numbers used to group data.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 rango de números para agrupar datos.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0-9, 10-19, 20-29 are intervals of width 10 — each covers 10 values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Distribution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Distribución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the data is spread out.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Cómo están repartidos los datos.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Most data in the middle with fewer at the ends = bell-shaped; most on one side with a tail = skewed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Data distribution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Distribución de datos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the data looks: where it sits and how spread out it is.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Cómo se ven los datos: dónde están y qué tan separados están.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histogram that is tallest in the middle and shorter on both sides is symmetric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Histogram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graph with bars for the ranges 0–9, 10–19, 20–29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groups data into equal intervals.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graph comparing favorite colors with gaps between bars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is a bar graph of categories, not a histogram.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a histogram?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 data: 2, 4, 8, 11, 13, 16, 21. We will use intervals of 10 again: 0–9, 10–19, 20–29.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many values fall in 0–9? Count them. How many fall in 10–19?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many fall in 20–29? Which interval would have the tallest bar?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have 30 players' points-per-game averages. Why is it easier to display them in a histogram with intervals than to list all 30 numbers?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Each bar's height shows how many data values land inside that interval.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frequency table for the league scoring data using intervals of 10. Then describe the histogram shape.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364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148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2E7D9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2E7D9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 you build the frequency table with intervals of 10, what does the height of each bar in the histogram represent?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Histogram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901952"/>
          </a:xfrm>
          <a:prstGeom prst="roundRect">
            <a:avLst>
              <a:gd name="adj" fmla="val 2404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scores: 55, 62, 68, 70, 72, 75, 78, 80, 82, 85, 88, 90, 95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Intervals: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50–59, 60–69, 70–79, 80–89, 90–100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Frequency table: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50–59: 1, 60–69: 2, 70–79: 3, 80–89: 4, 90–100: 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090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Conclusion: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histogram is symmetric because the bars go 1, 2, 3, 4, 2.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6667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data: 3, 7, 12, 15, 18, 24. I will use intervals of 10: 0–9, 10–19, 20–29.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Interval 0–9: the values 3 and 7 fit, so the frequency is 2.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Interval 10–19: the values 12, 15, and 18 fit, so the frequency is 3.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Interval 20–29: only the value 24 fits, so the frequency is 1.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09067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 I draw three bars with heights 2, 3, and 1, touching each other. The tallest bar (10–19) is where most values are.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Histogram and Frequency.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"Each bar's height shows how many data values land inside that interval."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Histogram,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histogram of test scores shows: 50–59: 2, 60–69: 5, 70–79: 10, 80–89: 8, 90–99: 3. Which interval has the most students?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histogram of goals-per-game shows: 0–1: 9 players, 2–3: 6, 4–5: 3, 6–7: 1. What shape is this distribution?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histogram shows these frequencies: 0–4: 3 players, 5–9: 8 players, 10–14: 12 players, 15–19: 5 players. How many players are represented in total?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histogram of shots-per-game shows 0-2: 1 player, 3-5: 8, 6-8: 10, 9-11: 3, 12-14: 1. The coach says 'most players take a good number of shots.' Does the shape support that claim?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"Each bar's height shows how many data values land inside that interval."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Histogram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Histogram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histogram of player heights shows: 60–63 in: 2, 64–67 in: 7, 68–71 in: 9, 72–75 in: 4. Which interval has the most players?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68–71 inches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64–67 inches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72–75 inches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60–63 inches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6.SP.4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make and read a histogram to display data in intervals.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8-6: Display Data: Histograms</dc:title>
  <dc:subject>6.SP.4</dc:subject>
  <dc:creator>Neft Teacher</dc:creator>
  <cp:lastModifiedBy>Neft Teacher</cp:lastModifiedBy>
  <cp:revision>1</cp:revision>
  <dcterms:created xsi:type="dcterms:W3CDTF">2026-06-08T12:10:58Z</dcterms:created>
  <dcterms:modified xsi:type="dcterms:W3CDTF">2026-06-08T12:10:58Z</dcterms:modified>
</cp:coreProperties>
</file>