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Inverse of division is MULTIPLICATION. Multiply both sides by 5: x = 12 × 5 = 60. Check: 60 / 5 = 12 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Multiplication and Division Equations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one-step multiplication and division equations using inverse operations.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inverse operation, multiply, divide, and isolate.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The Multiplied Evidence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Park discovered that 3 identical locked boxes contain a total of 21 pieces of evidence. She writes the equation 3x = 21 to find how many pieces are in each box. How can she solve for x?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the 3 represent in the equation?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x represent?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operation connects 3 and x?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there were 5 boxes instead of 3?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solving 3x = 21 different from solving x + 3 = 21?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Inverse operation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Operación inversa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math actions that undo each other, like × and ÷.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operaciones que se deshacen entre sí, como × y ÷.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Multiplication and division are inverses: 3 × 7 = 21, so 21 ÷ 3 = 7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add equal groups again and again.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 grupos iguales una y otra vez.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× 7 = 21 means 3 groups of 7 equals 21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Dividir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split into equal groups.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Repartir en grupos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36 ÷ 4 = 9 means 36 split into 4 equal groups gives 9 per group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Isolate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Despejar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get the letter by itself on one side.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Dejar la letra sola en un lado.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3x = 21 → divide both sides by 3 → x = 7 (x is alone)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multiplied by a variable.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multiplica a una variable.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6x = 18, the coefficient is 6; divide both sides by 6 to get x = 3.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Inverse operation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Dividing by 4 to undo multiplying by 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Division undoes multiplication.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Multiplying by 4 to undo multiplying by 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Multiplying again does not undo it.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solve a multiplication or division equation?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x ÷ 4 = 9. Is x multiplied or divided?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divided by 4, so the inverse is multiplying both sides by 4.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= 9 × 4 = 36. Check: 36 ÷ 4 = 9. True?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Park has 3 identical boxes holding 21 pieces of evidence total, written as 3x = 21. What does each part of the equation mean, and how is solving this different from solving x + 3 = 21?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 to undo multiplying, and multiply to undo dividing — always on both sides.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each equation by showing your work. Use inverse operations to isolate the variable.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did you undo the multiplication in 3x = 21 (or the division in x / 4 = 9) to isolate the variable?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Equation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/ 5 = 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inverse: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Inverse of division is division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Apply to both sides: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/ 5 / 5 = 12 / 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2.4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3x = 21. This means 3 times x equals 21.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inverse of multiplying by 3 is dividing by 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divide both sides by 3: 3x ÷ 3 = 21 ÷ 3.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leaves x = 7. Check: 3 × 7 = 21. True!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Inverse operation and Multiply.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"Divide to undo multiplying, and multiply to undo dividing — always on both sides."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Inverse operation,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detective splits 54 clues equally among 9 case files. The equation 9c = 54 represents this. What is c?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6x = 42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n / 3 = 8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you solve a multiplication or division equation in real life?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"Divide to undo multiplying, and multiply to undo dividing — always on both sides."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Inverse operation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Inverse operation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w / 8 = 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w = 48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w = 14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w = 0.75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w = 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one-step multiplication and division equations using inverse operations.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7-3: Solve Multiplication and Division Equations</dc:title>
  <dc:subject>6.EE.7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