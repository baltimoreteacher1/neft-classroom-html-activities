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 1/3 = 7/3 (not 6/3). Multiply: 2 × 3 = 6, then ADD the numerator 1 to get 7. So 7/3 × 2/1 = 14/3 = 4 2/3.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Mixed Numbers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mixed numbers by first changing them to improper fractions.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mixed number, improper fraction, convert, reciprocal, and simplify.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Chen is mapping a suspect's route. The total distance is 3 1/2 miles, and each segment between landmarks is 1/4 mile. She needs to know how many segments are on the route to place surveillance cameras at every landmark.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total distance of the route?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long is each segment?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number of segments be more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need to convert mixed numbers before dividing?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divide mixed numbers without converting first?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Mixed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mixto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whole number plus a fraction, like 2 1/3.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entero más una fracción, como 2 1/3.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 1/3 means 2 wholes and 1/3 more — picture 2 full circles and 1/3 of another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Improper 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 impropia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where the top is bigger than or equal to the bottom, like 7/4.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donde el número de arriba es mayor o igual al de abajo, como 7/4.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7/3 is improper because 7 &gt; 3. It equals 2 1/3 as a mixed number.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Convert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Convertir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change a number to a new form but keep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Cambiar un número a otra forma sin cambiar su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 1/3 → multiply 2 × 3 = 6, add 1 → 7/3. Same value, different form.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fraction smaller using the same parts, like 2/4 = 1/2.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fracción más pequeña con las mismas partes, como 2/4 = 1/2.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8/6: GCF is 2 → 8÷2 / 6÷2 = 4/3 = 1 1/3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 You use it in keep-change-flip.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 Se usa en deja-cambia-voltea.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3/4 is 4/3. To divide by 3/4, multiply by 4/3.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Mixed Number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 1/3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a whole part (2) and a fraction part (1/3).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improper fraction, not a mixed number.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divide with mixed numbers?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1/2 ÷ 1/2. First convert 2 1/2: 2 × 2 = 4, plus 1 = 5, so 2 1/2 = 5/2.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5/2, change to ×, flip 1/2 to 2/1.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5/2 × 2/1 = 10/2 = 5. So 2 1/2 ÷ 1/2 = 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Chen maps a 3 1/2-mile route divided into 1/4-mile segments. Why can't she just divide 3 1/2 by 1/4 while it is still a mixed number?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Always convert a mixed number to an improper fraction first, then divide using Keep, Change, Flip.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Convert each mixed number to an improper fraction, then use Keep, Change, Flip to divide.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Walk your partner through how you changed the mixed numbers before dividing.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Mixed Number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1/3 ÷ 1/2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1/3 = 6/3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6/3 × 2/1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12/3 = 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Chen has a 3 1/2-mile route cut into 1/4-mile segments. I want 3 1/2 ÷ 1/4.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convert 3 1/2. Multiply the whole by the bottom: 3 × 2 = 6. Add the top: 6 + 1 = 7. So 3 1/2 = 7/2.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Keep, Change, Flip: keep 7/2, change ÷ to ×, flip 1/4 to 4/1.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7/2 × 4/1 = 28/2.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28/2 = 14. So 3 1/2 ÷ 1/4 = 14 segments.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Mixed Number and Improper Fraction.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"Always convert a mixed number to an improper fraction first, then divide using Keep, Change, Flip."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Mixed Number,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makes 2 1/4 batches of cookies. Each batch uses 3/4 cup of butter. How many cups of butter are needed in total?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 1/2 ÷ 3/4?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3 2/5 to an improper fraction.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dividing mixed numbers come up in a real project, like building or cooking?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"Always convert a mixed number to an improper fraction first, then divide using Keep, Change, Flip."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Mixed Number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Mixed Number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 2/3 ÷ 2/3?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2/3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8/3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 7/9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mixed numbers by first changing them to improper fractions.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2-4: Divide Mixed Numbers</dc:title>
  <dc:subject>6.NS.1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