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4(2²) + 3 = 4(4) + 3 = 16 + 3 = 19. Square the 2 first, THEN multiply by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7A5C8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Evaluate Expressions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6  ·  Lesson 6-2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evaluate algebraic expressions by substituting values for the variables.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steps using the words variable, expression, evaluate, and substitute.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Mix the Track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a music producer setting up a concert. The total cost of the event is given by the expression 150 + 12s, where s is the number of speakers rented. The venue charges $150 as a base fee, plus $12 for each speaker. How much will it cost for different numbers of speakers?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the 150 represent in the expression?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the 12s represent?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happens to the total cost as s gets bigger?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speakers cost $15 each instead?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many speakers can we afford with a $300 budget?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letter that stands for an unknown number.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letra que representa un número desconocido.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3x + 5, x can be any number — if x = 2, the expression equals 11; if x = 10, it equals 35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Expression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phrase with numbers and letters, but no equal sign.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frase matemática con números y letras, pero sin signo igual.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2n + 7 is an expression: the 2n means '2 times some number' and the + 7 means 'then add 7'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Evaluate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Evaluar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find the value by putting numbers in for the letters.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Encontrar el valor poniendo números en lugar de las letras.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Evaluate 2n + 7 when n = 4: replace n with 4 → 2(4) + 7 = 8 + 7 = 15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Substitute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Sustituir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put a number in place of a letter.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Poner un número en lugar de una letra.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Substitute 3 for x in 5x: replace x with 3 → 5(3) = 15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Coefficient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Coeficiente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number in front of a letter, like the 3 in 3x.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número frente a una letra, como el 3 en 3x.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7m, the coefficient 7 tells you to multiply m by 7 — if m = 3, then 7m = 21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Expression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3x + 5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has terms and operations but no equal sign.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3x + 5 = 11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an equation because it has an equal sign.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we find the value of an expression?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try a simpler one. Find 150 + 12s when s = 1.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goes in place of s? Yes, 1. So we have 150 + 12 × 1.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× 1 = 12, then 150 + 12 = 162. So 1 speaker costs $162.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concert cost is 150 + 12s, where s is the number of speakers. How do you find the cost for 5 speakers, and why does this one expression work for any number of speakers?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the variable with its number, then follow the order of operations to find the total.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Evaluate the expression 150 + 12s for each number of speakers.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When you evaluate an expression like 4x² + 3, what order do you follow, and why must you square before you multiply?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Evaluation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Expression: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4x² + 3 when x =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Substitute: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4(2)² + 3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Apply exponent: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× 2)² + 3 = 8² + 3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Calculate: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+ 3 = 67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Our cost expression is 150 + 12s, where s is the number of speakers.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want the cost for s = 4 speakers.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replace s with 4: 150 + 12 × 4.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I multiply: 12 × 4 = 48.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09067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I add: 150 + 48 = 198. So 4 speakers cost $198.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Variable and Expression.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"Replace the variable with its number, then follow the order of operations to find the total."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Variable,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Evaluate 3x + 7 when x = 4.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Evaluate 20 − 2n when n = 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expression means '5 less than twice a number n'?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rideshare fare is 2.50 + 1.75m for m miles. How much is an 8-mile ride, and what does each part of the expression represent?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"Replace the variable with its number, then follow the order of operations to find the total."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Variable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Variable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Evaluate 5(n − 3) + 2 when n = 7.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32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17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36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6.EE.2c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evaluate algebraic expressions by substituting values for the variables.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6-2: Evaluate Expressions</dc:title>
  <dc:subject>6.EE.2c</dc:subject>
  <dc:creator>Neft Teacher</dc:creator>
  <cp:lastModifiedBy>Neft Teacher</cp:lastModifiedBy>
  <cp:revision>1</cp:revision>
  <dcterms:created xsi:type="dcterms:W3CDTF">2026-06-08T12:33:41Z</dcterms:created>
  <dcterms:modified xsi:type="dcterms:W3CDTF">2026-06-08T12:33:41Z</dcterms:modified>
</cp:coreProperties>
</file>