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0.6% means 0.6 out of 100. Move the decimal two places left: 0.6 → 0.006. The correct answer is 0.6% = 0.006.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🕹️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Percents Greater Than 100% and Less Than 1%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4  ·  Lesson 4-3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interpret percents greater than 100% and less than 1%.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percent, greater than 100%, less than 1%, and equivalent.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Arcade Builder Challenge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arcade just posted its monthly leaderboard! Some players crushed the target score — one player hit 150% of the goal! Meanwhile, a rare bonus round gives only a 0.5% point boost. You need to understand what these unusual percents really mean to read the leaderboard correctly.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it mean when a score is shown as 150% of the target?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a percent be less than 1%? What would that look like?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write a percent greater than 100% as a decimal or fraction?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When would you see a percent less than 1% in real life?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Percent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Porcentaje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a number to 100, shown with the %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un número con 100, con el signo %.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45% means 45 out of 100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Greater than 100%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Mayor que 100%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percent bigger than 100%, more than the whole thing.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porcentaje mayor que 100%, más que todo el entero.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150% means 1.5 times the whole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Less than 1%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Menor que 1%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percent smaller than 1%, a very tiny part.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porcentaje menor que 1%, una parte muy pequeña.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0.5% of 1,000 = only 5 items — a tiny sliver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Having the same value, just written a different way.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Tener el mismo valor, escrito de otra forma.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150% = 1.5 = 3/2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Mixed number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 mixto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whole number plus a fraction, like 1 1/2.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entero más una fracción, como 1 1/2.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150% = 1 and 1/2 = 1.5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Greater than 100%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150%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150% is more than one whole (100%).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75%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75% is less than one whole.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can a percent be more than the whole, or smaller than a tiny piece?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write 200% as a decimal. What is 200 ÷ 100? (2.0)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Is 2.0 more or less than one whole? (More — it is twice the whole.)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try 0.25%: what is 0.25 ÷ 100? (0.0025)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leaderboard shows one player hit 150% of the goal and a bonus round gives a 0.5% boost. How can a percent be more than the whole, and how can one be a tiny sliver?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change any percent to a decimal, divide by 100 (move the decimal point two places to the left).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each value into the correct category: Greater than 100%, Between 1% and 100%, or Less than 1%.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150%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200%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350%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120%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45%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148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75%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2560320"/>
            <a:ext cx="163068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Greater than 100%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36220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362200" y="2560320"/>
            <a:ext cx="163068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Between 1% and 100%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13004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30040" y="2560320"/>
            <a:ext cx="163068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Less than 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wrote percents like 150% and 0.5% as decimals, what did you notice about their size compared to 1?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Percent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Convert 0.6% to a decimal: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0.6%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Move the decimal two places left: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 → 0.06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0.6% = 0.06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player hit 150% of the goal. I want this as a decimal.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divide by 100: 150 ÷ 100 = 1.5.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Since 1.5 is more than 1, this player beat the whole goal.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tiny boost of 0.5%: 0.5 ÷ 100 = 0.005, much less than 1.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Percent and Greater than 100%.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change any percent to a decimal, divide by 100 (move the decimal point two places to the left)."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Percent,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player scored 0.4% of the bonus points. Which decimal represents this percent?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of the following is greater than 100%?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200% written as a decimal?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jackpot pays 250% of your tokens and you inserted 40 tokens. One friend says 100 tokens, another says 60. Who is right, and why does '250%' mean more than your tokens?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change any percent to a decimal, divide by 100 (move the decimal point two places to the left)."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Percent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Percent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statement is true about 0.25%?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It equals 0.0025 as a decimal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It equals 0.25 as a decimal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It equals 1/4 as a fraction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It is greater than 1%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interpret percents greater than 100% and less than 1%.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4-3: Percents Greater Than 100% and Less Than 1%</dc:title>
  <dc:subject>6.RP.3c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