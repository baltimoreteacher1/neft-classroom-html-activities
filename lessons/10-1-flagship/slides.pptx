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× 6 = 24, not 10. The student added instead of multiplied. Correct: V = 9 × 24 = 216 ft³.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Volume with Whole Number Edges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10  ·  Lesson 10-1-flagship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volume, rectangular prism, cubic units, and edge.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Time Capsule Project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team is building time capsule containers to store class memories. Each container is a rectangular prism, and you need to figure out how much each one can hold. That means calculating the volume using whole number dimensions!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three measurements do you need to find the volume of a box?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volume tell us about a container?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volume different from the area of one face?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If two containers have the same volume, must they have the same shape?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if you double just one dimension?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solid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sólida.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box 3 × 2 × 4 holds 24 unit cubes, so V = 24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rectangular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box shape with six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sólida en forma de caja con seis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cereal box or shoe box — it has length, width, and height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Cubic units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Unidades cúbicas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units used to measure space inside, like cubic inches.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Las unidades para medir el espacio interior, como pulgadas cúbicas.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tiny cube that is 1 in × 1 in × 1 in = 1 in³ (one cubic inch)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Length, width, 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Largo, ancho, 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long, how wide, and how tall a box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largo, ancho y alto es una caja.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 = l × w × h: for a box 5 × 3 × 2, volume = 30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Plantilla (desarrollo plano)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flat shape that folds up into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plana que se dobla y forma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cross-shaped pattern of 6 rectangles folds into a rectangular box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Rectangular prism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cardboard box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six rectangular faces.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is a sphere, not a prism.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volume of a box?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box: 5 long, 2 wide, 2 tall. What formula do we use?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put in the numbers: V = 5 × 2 × 2. What is 5 × 2?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got 10. Now multiply 10 × 2. What is the volume?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V = 20 cubic units. Don't forget the cubic units!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are sealing time capsule containers and must know exactly how much each holds. Why do you need three edge measurements (length, width, and height) to find the volume of a container?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volume of a box, multiply all three edges: V = length × width ×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volume of each time capsule container. Use V = l × w × h.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the Fold Shop you fold a flat net into a closed box. How does folding the net help you understand what the volume V = l × w × h actually measures?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Volume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Dimensions: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9 ft, w = 4 ft, h = 6 ft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l × w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9 × 4 × 6 = 9 × 10 = 90 ft³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= 90 ft³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box is 6 long, 4 wide, and 3 tall. I write the formula: V = length × width × height.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V = 6 × 4 × 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multiply two of them: 6 × 4 = 24.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multiply by the last one: 24 × 3 = 72.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volume is 72 cubic units (72 in³). I use cubic units because volume fills space in 3 directions.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Volume and Rectangular prism.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the volume of a box, multiply all three edges: V = length × width ×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Volume,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storage bins: Bin A is 8 × 6 × 5 inches. Bin B is 9 × 4 × 7 inches. Which holds more and by how much?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volume of a rectangular prism with l = 7 in, w = 3 in, h = 4 in?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time capsule box has a volume of 120 cm³. Its length is 10 cm and width is 4 cm. What is its height?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Loading Dock, a large moving box is 24 × 18 × 18 in and a medium box is 18 × 14 × 12 in. Talk through how to find how many more cubic inches the large box holds.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the volume of a box, multiply all three edges: V = length × width ×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Volume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Volume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prism has l = 11 in, w = 5 in, h = 4 in. What is the volume?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220 in³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55 in³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220 in²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200 in³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10-1-flagship: Volume with Whole Number Edges</dc:title>
  <dc:subject>6.G.2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