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Even though it asks about one player, "this season" means multiple games. The number of touchdowns per game varies, so there IS variability in the data. This IS a statistical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Questions and Data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statistical question, data, variability, and survey.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Scouting Report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You've just been hired as the data analyst for a youth basketball league. The head coach hands you a list of questions the staff wants to investigate about their players. Some questions will give you interesting data with variety, while others have just one fixed answer. Your job: figure out which questions are worth investigating with data.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could have many different answers?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have only one exact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makes a question good for collecting data?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would a coach care about questions with variability?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a question be reworded to become statistical?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Statistical Question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Pregunta estadística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question where the answers will be different for different people.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pregunta cuyas respuestas serán distintas para distintas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"How tall are the players on the team?" → answers vary: 60 in, 63 in, 58 in, 65 in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Facts and numbers you collect, like answers to a survey.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 y números que recoges, como respuestas a una encuesta.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Player heights: 60 in, 63 in, 58 in, 65 in — four different measurements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spread out the numbers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los números.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Scores 10, 12, 11 are close together (low variability); scores 2, 15, 30 are far apart (high variability)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Survey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Collecting facts by asking people questions.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Recoger datos haciendo preguntas a las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Asking 50 students 'What is your favorite sport?' and recording the answers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scores cluster in the middle with fewer at the edges,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are the students in my class?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vary, so data must be collected.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am I?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one fixed answer, so it is not statistical.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makes a question a statistical question?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question: "How many pets does each student in our class have?" Will every student give the same answer, or different answers?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Since some students have 0 pets and others have 2 or 3, the answers vary. So is this statistical or not statistical?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different question: "How many days are in one week?" Does this have one fixed answer or many?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coach asks, "How tall is our point guard?" and "How tall is each player on the roster?" Which one is a statistical question, and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If you expect the answers to vary, it is a statistical question.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question into the correct category: Statistical Question or Not a Statistical Question.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points does each player on the team score per game?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players are on the roster?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free-throw percentage of each player?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color are the team jerseys?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minutes does each player practice per week?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quarters are in a basketball game?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Statistical Question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While sorting the questions, what clue tells you instantly that a question will need DATA from many players to answer?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Reasoning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touchdowns did the quarterback throw this season?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NOT a statistical question.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only asks about one player, so there is no variability.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1: "How tall is our point guard?" I think about the answer. There is only one point guard, so there is one fixed height, like 70 inches.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answer, no variety, so this is NOT a statistical question.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2: "How tall is each player on the roster?" The players have different heights: 60 in, 63 in, 58 in, 65 in.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 from player to player, so I must collect data. This IS a statistical question.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Statistical Question and Data.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"If you expect the answers to vary, it is a statistical question."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Statistical Question,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coach asks: "How many hours does each athlete on the track team sleep the night before a meet?" Why is this a statistical question?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Match each question with what makes it statistical or not.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a statistical question?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newspaper editor prefers "How many goals did each player score?" over "How many goals did the team score total?" Which gives more interesting data for a story?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"If you expect the answers to vary, it is a statistical question."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Statistical Question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Statistical Question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question is a statistical question?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A) How many students are in the school?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B) How many hours does each student in 6th grade exercise per week?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C) What time does school start?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D) How many days are in a week?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B) How many hours does each student exercise per week?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A) How many students are in the school?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C) What time does school start?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D) How many days are in a week?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8-1-flagship: Statistical Questions and Data</dc:title>
  <dc:subject>6.SP.1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