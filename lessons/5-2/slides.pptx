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forgot to multiply by ½. A = ½ × 16 × 7 = ½ × 112 = 56 sq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Trapezoids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trapezoid using the formula A = ½(b1 + b2) × 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trapezoid, base, height, and area.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trapezoidal window for a modern building. The glass supplier charges by the square foot, so the team must calculate the exact area. The window has a top edge of 4 feet, a bottom edge of 8 feet, and a height of 5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is the window?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parallel sides does it have?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are given?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the formula use two bases instead of one?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happen if both bases were the same length?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Trapezoid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Trapecio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four-sided shape with just one pair of parallel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de cuatro lados con solo un par de lados paralelos.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table top wider than the bottom shelf — the top and bottom edges are parallel, the two sides slant inward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1 (b1)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1 (b1)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 of the two parallel sides of a trapezoid.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Uno de los dos lados paralelos de un trapecio.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the trapezoid is 10 ft, then b₁ = 10 ft in the formula A = ½(b₁ + b₂)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2 (b2)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2 (b2)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other parallel side of a trapezoid.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otro lado paralelo de un trapecio.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top of the trapezoid is 6 ft, then b₂ = 6 ft; both bases are parallel to each other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between the two parallel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entre los dos lados paralelos.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base straight down to the bottom base at a 90° angle — NOT the slanted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trapezoid with b₁ = 10, b₂ = 6, h = 4 has area = ½(10 + 6) × 4 = 32 sq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Trapezoid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four-sided shape with one pair of parallel sides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exactly one pair of parallel sides.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rectangle has two pairs of parallel sides.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trapezoid?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trapezoid: bases 3 cm and 5 cm, height 2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what is 3 + 5? Yes, 8.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Next, what is 8 × 2? Yes, 16.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take half: ½ × 16 = 8, so the area is 8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trapezoidal window has a top edge of 4 feet and a bottom edge of 8 feet. Why does the area formula use BOTH bases instead of just one?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trapezoid = ½ × (base 1 + base 2) × height. We add the two bases first, then take half.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trapezoid with bases of 8 and 4, and height of 5. Place points at (0, 0), (8, 0), (6, 5), and (2, 5).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grid you copied the trapezoid (bases 8 and 4, height 5), flipped it, and joined it to the original. What shape formed, and how does that explain the 1/2 in the formula?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the bases and height: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b₁ = 10 m, b₂ = 6 m, h = 7 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(b₁ + b₂)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values: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(10 + 6) ×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(10 + 6) × 7 = 112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trapezoid window has a top base of 4 feet, a bottom base of 8 feet, and a height of 5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½ × (b1 + b2) × h.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the bases first: 4 + 8 = 12.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by the height: 12 × 5 = 60.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take half: ½ × 60 = 30. So the area is 30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Trapezoid and Base 1 (b1).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trapezoid = ½ × (base 1 + base 2) × height. We add the two bases first, then take half."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Trapezoid,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trapezoid with bases 6 cm and 10 cm, and height 4 cm?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trapezoid has an area of 45 sq ft, bases of 7 ft and 11 ft. What is the height?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first step when finding the area of a trapezoid?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builder pours concrete for a trapezoidal driveway with edges of 20 ft and 12 ft and a height of 15 ft; one bag covers 6 sq ft. Walk through finding the number of bags.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trapezoid = ½ × (base 1 + base 2) × height. We add the two bases first, then take half."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Trapezoid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Trapezoid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trapezoid has bases of 9 inches and 5 inches, and a height of 6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42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84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27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42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trapezoid using the formula A = ½(b1 + b2) × 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5-2: Area of Trapezoids</dc:title>
  <dc:subject>6.G.1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