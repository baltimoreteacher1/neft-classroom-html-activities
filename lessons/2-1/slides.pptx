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÷ 1/5 means 'how many 1/5-size pieces fit into 4,' not '1/5 of 4.' The correct answer is 4 × 5 =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Interpret Division of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fraction division using the words dividend, divisor, quotient, reciprocal, and unit fraction.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finds a 3-foot strip of tape at the crime scene. The lab needs the tape cut into 1/4-foot sections for analysis. How many sections can be made? The answer cracks the code to the locked evidence vault.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length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section?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greater than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divide by a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1/4 give a bigger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dividend is 3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divisor is 1/4 — it is the size of each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quotient is 12 — there are 12 quarter-size pieces in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1/4 is 4/1 = 4. Multiplying by the reciprocal gives the same result as dividing.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with 1 on top, like 1/4.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con 1 arriba, como 1/4.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1/2, 1/3, 1/4, 1/5 — each represents one equal part of a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4/3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3/4 gives 4/3.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flips the fraction; it is not the same fraction.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it mean to divide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÷ 1/3. How many 1/3-size pieces fit into 2?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thirds are in 1 whole? Three.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have 2 wholes, so 2 × 3 = 6. That means 2 ÷ 1/3 =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cuts a 3-foot strip of tape into 1/4-foot sections. Before calculating, will the number of sections be more or less than 3?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smaller than 1 gives an answer BIGGER than what you started with, because many tiny pieces fit inside.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1/4-size pieces fit into 3 wholes.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actually mean? Show your partner with the bar model.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Interpretation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 4 ÷ 1/5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÷ 1/5 means 1/5 of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cut a 3-foot strip of tape into 1/4-foot pieces. I ask: how many 1/4-foot pieces fit into 3 feet?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look at just 1 foot. How many 1/4-foot pieces fit in 1 foot? Four, because 4 fourths make one whole.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have 3 feet. So I do 3 groups of 4: 3 × 4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 ÷ 1/4 = 12. There are 12 pieces. The answer is bigger than 3 because each piece is very small.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smaller than 1 gives an answer BIGGER than what you started with, because many tiny pieces fit inside."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5 feet long. Books are each 1/4 foot wide. How many books fit on the shelf? Which expression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mean?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means 'how many 1/3-size pieces are in 2'?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in cooking, sharing, or building might you divide a whole by a fraction?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smaller than 1 gives an answer BIGGER than what you started with, because many tiny pieces fit inside."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5 ÷ 1/4 mean, and what is the quotient?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How many 1/4-size pieces fit into 5; quotient is 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 groups of 1/4; quotient is 5/4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1/4 of 5; quotient is 5/4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 minus 1/4; quotient is 4 3/4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2-1: Interpret Division of Fractions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