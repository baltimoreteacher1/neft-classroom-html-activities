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Mode = 15 (appears twice, more than any other value). Mode is the most frequent value, not the largest.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2E7D9A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🏀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Mean, Median, and Mode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8  ·  Lesson 8-2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the mean, median, and mode of a data set.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reasoning using the words mean, median, mode, and outlier.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Game Day Stats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You're the stats analyst for the school basketball team. Coach needs a report on the team's scoring: in the last 7 games they scored 42, 38, 55, 41, 38, 44, and 40 points. Which average best represents the team's typical performance?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are the highest and lowest scores?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Do any scores repeat?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Which score seems like a typical game for this team?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Will the mean and median be the same number?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does the 55-point game affect the average?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Mean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Media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average. Add all the numbers, then divide by how many there are.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promedio. Suma todos los números y divide entre cuántos hay.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Mean of 2, 4, 6: add them (2+4+6=12), divide by 3 → mean = 4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Median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Mediana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middle number when you put them in order.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número del medio cuando los pones en orden.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Data: 1, 3, 5, 7, 9 → the middle (3rd) value is 5, so median = 5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Mode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Moda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number that shows up most often.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número que aparece más veces.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Data: 2, 3, 3, 5, 7 → 3 appears twice (most often), so mode = 3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Outlier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Valor atípico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number that is much bigger or smaller than the rest.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número mucho mayor o menor que los demás.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Data: 10, 12, 11, 13, 50 → 50 is far from the others, so 50 is an outlier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Data distribution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Distribución de datos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How the data looks: where it sits and how spread out it is.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Cómo se ven los datos: dónde están y qué tan separados están.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If most values cluster in the center with fewer at the ends, the distribution is symmetric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Outlier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98 in the set 2, 4, 5, 6, 98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is far from the other values.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5 in the set 2, 4, 5, 6, 7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fits in with the rest of the values.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What are mean, median, and mode?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New data set, in order: 3, 7, 7, 10, 13. First, what is the mean? Add all five, then divide by 5.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Next, what is the median? Which value is right in the middle?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Last, what is the mode? Which number appears the most times?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team scored 42, 38, 55, 41, 38, 44, 40 points over 7 games. Which 'average' would best tell the coach the team's typical scoring: mean, median, or mode?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Mean = add then divide, median = the middle of the ordered numbers, mode = the value that shows up most.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Order the scores on the number line, then find the mean, median, and mode. Place markers at: A = Mean, B = Median, C = Mode.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5364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2148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580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2E7D9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2E7D9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After ordering the scores on the number line, how do you find the median, and how is it different from the mean you calculated?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Stats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Data set: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12, 15, 18, 15, 20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Find mean: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 = 80, Count = 5, Mean = 80 ÷ 5 = 16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Find median: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Ordered: 12, 15, 15, 18, 20 → Median = 15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Find mode: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 = 18 (the biggest number)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small data set: 2, 4, 4, 6, 9. There are 5 numbers.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Mean: add them, 2 + 4 + 4 + 6 + 9 = 25, then divide by 5. So the mean = 25 ÷ 5 = 5.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Median: the numbers are already in order. The middle (3rd) value is 4, so the median = 4.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Mode: the number 4 appears twice, more than any other, so the mode = 4.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Mean and Median.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"Mean = add then divide, median = the middle of the ordered numbers, mode = the value that shows up most."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Mean,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Data set: 4, 6, 6, 8, 10, 12. What is the median?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Find the mean of: 10, 14, 8, 12, 16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Find the median of: 3, 7, 2, 9, 5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Quiz scores were 85, 92, 78, 88, 92, 95, 72, 88, 92, 84. The teacher says 'most scored around 87'; a student says 'the most common score was 92.' Who used the mean, and who used the mode?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"Mean = add then divide, median = the middle of the ordered numbers, mode = the value that shows up most."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Mean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Mean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Data set: 4, 7, 10, 7, 12. What is the median?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7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8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the mean, median, and mode of a data set.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8-2: Mean, Median, and Mode</dc:title>
  <dc:subject>6.SP.3</dc:subject>
  <dc:creator>Neft Teacher</dc:creator>
  <cp:lastModifiedBy>Neft Teacher</cp:lastModifiedBy>
  <cp:revision>1</cp:revision>
  <dcterms:created xsi:type="dcterms:W3CDTF">2026-06-08T12:10:58Z</dcterms:created>
  <dcterms:modified xsi:type="dcterms:W3CDTF">2026-06-08T12:10:58Z</dcterms:modified>
</cp:coreProperties>
</file>