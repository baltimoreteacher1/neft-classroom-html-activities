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LCM = 24 (the least common multiple is the SMALLEST shared multiple, not just any common multiple)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Least Common Multiple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least common multiple (LCM) of two numbers by listing or comparing their multiples.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how I found the LCM using the words multiple, common multiple, skip counting, and least common multiple.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Shift Scheduler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Astronaut Reyes checks the oxygen system every 4 hours. Astronaut Chen checks the water recycler every 6 hours. They both start their shifts at 6:00 AM. When is the next time both astronauts will be checking their systems at the same time?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often does each astronaut check their system?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times will each astronaut be doing checks?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will both schedules line up at the same time?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their schedules ever line up more than once?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Múltiplo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you get when you multiply a number by 1, 2, 3, and so 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obtienes al multiplicar un número por 1, 2, 3, y así.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Multiples of 4: 4, 8, 12, 16, 20 — found by multiplying 4 × 1, 4 × 2, 4 × 3,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Least common 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Mínimo común múltiplo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smallest number that two or more numbers both go into.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más pequeño al que llegan dos o más números al multiplicar.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Multiples of 4: 4, 8, 12, 16, 20, 24. Multiples of 6: 6, 12, 18, 24. First match: 12 → LCM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Common 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Múltiplo común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two or more numbers both go into.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al que llegan dos o más números al multiplicar.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12, 24, and 36 are all common multiples of both 3 and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Skip counting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Conteo salteado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Counting by a number, like 2, 4, 6, to list its multiples.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Contar de un número en un número, como 2, 4, 6, para listar sus múltiplos.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Skip count by 6: 6, 12, 18, 24, 30 — each jump adds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Prime factorization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Factorización prima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number as prime numbers multiplied together. It helps you find the LCM.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 número como números primos multiplicados. Ayuda a encontrar el mcm.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= 2 × 2, 6 = 2 × 3. LCM uses the highest power of each prime: 2² × 3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Multiple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is a multiple of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× 3 = 12.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is a multiple of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× 4 = 20.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11480" y="431596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21208" y="431596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 is a multiple of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is no whole number times 4 that equals 9.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the least common multiple (LCM)?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find the LCM of 3 and 5. What are the multiples of 3? (3, 6, 9, 12, 15.)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are the multiples of 5? (5, 10, 15.) What is the first number in both lists? (15.)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LCM of 3 and 5 is 15.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Astronaut Reyes checks oxygen every 4 hours and Chen checks water every 6 hours, both starting at 6:00 AM. Why isn't the next shared check simply 10 hours later (4 + 6)?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LCM is the FIRST number that shows up in both numbers' multiple lists.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 are the first several multiples of 4 and 6 mixed together. Sort them — which are common multiples of BOTH 4 and 6, and which are multiples of only one?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Common Multiples of 4 and 6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Common Multiples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skip counted the multiples of 4 and 6. How did you find the least common multiple from your lists?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Jaylen's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286000"/>
          </a:xfrm>
          <a:prstGeom prst="roundRect">
            <a:avLst>
              <a:gd name="adj" fmla="val 2000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LCM of 8 and 12: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multiples of 8 and 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Multiples of 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8, 16, 24, 32, 40, 48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Multiples of 12: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12, 24, 36, 48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Common multiples: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24, 48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Choose LCM: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LCM = 48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050792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the LCM of 4 and 6. I skip count the multiples of 4: 4, 8, 12, 16, 20, 24.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skip count the multiples of 6: 6, 12, 18, 24.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look for the first number in BOTH lists. 12 is in both lists, and it comes before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LCM of 4 and 6 is 12. I check: 12 ÷ 4 = 3 and 12 ÷ 6 = 2, so both go into 12 evenly.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Multiple and Least common multiple.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LCM is the FIRST number that shows up in both numbers' multiple lists."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Multiple,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buses leave the station at 8:00 AM. Bus A returns every 15 minutes and Bus B returns every 20 minutes. When is the next time both buses are at the station together?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3 and 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6 and 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Hot dogs come in packs of 8 and buns in packs of 6. How does the LCM help you buy the fewest of each so none are left over?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LCM is the FIRST number that shows up in both numbers' multiple lists."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Multiple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Multiple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9 and 12?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36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72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least common multiple (LCM) of two numbers by listing or comparing their multiples.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1-3: Least Common Multiple</dc:title>
  <dc:subject>6.NS.4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