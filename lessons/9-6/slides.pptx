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student subtracted 5 - 3, but the first x-coordinate is -3, not 3. The correct calculation is |5 - (-3)| = |5 + 3| = 8 units. When points span opposite sides of an axis, you must add the absolute values: |-3| + |5| = 3 + 5 =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🗺️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Distance on the Coordinate Plane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9  ·  Lesson 9-6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distance between two points on the coordinate plane using absolute value.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distance, absolute value, horizontal distance, and vertical distance.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Treasure Distances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Captain Vega has two treasure locations on her map: a buried chest at (-3, 2) and a hidden cave at (4, 2). Both are at the same height (y = 2) on the map. She needs to figure out how far apart they are so she knows how much rope to bring. Another pair of treasures is at (1, -3) and (1, 5) — same column, different rows. How far apart is each pair?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 the two points (-3, 2) and (4, 2) have in common?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can you count the distance between points in the same row?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does absolute value help when one point has a negative coordinate?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two points are NOT in the same row or column?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 distance between -3 and 4 the same as the distance between 4 and -3?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Distance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Distancia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far apart two points are. It is never negative.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separados están dos puntos. Nunca es negativo.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distance from -3 to 4 on a number line is |-3| + |4| = 3 + 4 = 7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Absolute value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Valor absoluto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far a number is from zero.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lejos está un número de cero.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|-3| = 3 and |4| = 4; to find distance: |4 - (-3)| = 7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Horizontal distance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Distancia horizontal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far apart two points are going left or right.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separados están dos puntos yendo a la izquierda o a la derecha.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From (-2, 3) to (5, 3): count from -2 to 5 = 7 units across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Vertical distance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Distancia vertical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far apart two points are going up or down.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separados están dos puntos yendo hacia arriba o hacia abajo.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From (4, -1) to (4, 6): count from -1 to 6 = 7 units 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Coordinate plane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Plano cartesiano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grid with a line going across and a line going up that cross.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cuadrícula con una línea horizontal y una vertical que se cruzan.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number lines crossing at (0, 0), creating four quadrants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find distance on the coordinate plane?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find the distance from (1, -3) to (1, 5). What do these points share? The same x = 1, so it is a vertical line.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These points are on opposite sides of zero, so do we add or subtract? We add the absolute values.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|-3| = 3 and |5| = 5, so 3 + 5 = ? The distance is 8 units.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points sit on the same horizontal line: (2, 3) and (7, 3). How can you find the distance between them without counting every square?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If points are on the same side of zero, subtract; if they are on opposite sides of zero, add the absolute values.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each pair of treasure locations and find the distance between them.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point is at (-3, 1) and another is at (4, 1). How does absolute value help you find the distance across zero?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Distance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 the distance between (-3, 4) and (5, 4)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Subtract: 5 - 3 = 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distance is 2 units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will find the distance from (-3, 2) to (4, 2). Both have y = 2, so they sit on the same horizontal 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points are on opposite sides of zero, so I add the absolute values.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|-3| = 3 and |4| = 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add: 3 + 4 = 7. The distance between them is 7 units.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Distance and Absolute value.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"If points are on the same side of zero, subtract; if they are on opposite sides of zero, add the absolute values."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Distance,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points are at (-3, -7) and (-3, 5). What is the distance between them?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distance between (-4, 3) and (2, 3)?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distance between (5, -2) and (5, 4)?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Why does distance on the coordinate plane always come out positive, even when the coordinates are negative?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"If points are on the same side of zero, subtract; if they are on opposite sides of zero, add the absolute values."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Distance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Distance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distance between the points (3, -2) and (3, 5)?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3 units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5 units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7 units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9 units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distance between two points on the coordinate plane using absolute value.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9-6: Distance on the Coordinate Plane</dc:title>
  <dc:subject>6.NS.8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