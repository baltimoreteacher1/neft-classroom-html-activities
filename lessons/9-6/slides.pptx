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 — The student subtracted 5 - 3, but the first x-coordinate is -3, not 3. The correct calculation is |5 - (-3)| = |5 + 3| = 8 units. When points span opposite sides of an axis, you must add the absolute values: |-3| + |5| = 3 + 5 =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Shape 1"/>
          <p:cNvSpPr/>
          <p:nvPr/>
        </p:nvSpPr>
        <p:spPr>
          <a:xfrm>
            <a:off x="2651760" y="-640080"/>
            <a:ext cx="2011680" cy="2011680"/>
          </a:xfrm>
          <a:prstGeom prst="ellipse">
            <a:avLst/>
          </a:prstGeom>
          <a:solidFill>
            <a:srgbClr val="C0654A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65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🗺️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Distance on the Coordinate Plane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4160520"/>
            <a:ext cx="1188720" cy="310896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41605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6E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Unit 9  ·  Lesson 9-6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41148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51960" y="548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Math Notebook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51960" y="102412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Name: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83480" y="1207008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28016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Date: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1463040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5361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Period: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1719072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201168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06240" y="21031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65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CAN…  </a:t>
            </a:r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Yo puedo…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2395728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find the distance between two points on the coordinate plane using absolute value.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0" y="3291840"/>
            <a:ext cx="4800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06240" y="33832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65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WILL EXPLAIN…  </a:t>
            </a:r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Objetivo de lenguaje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0" y="3675888"/>
            <a:ext cx="4434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explain my work using the words distance, absolute value, horizontal distance, and vertical distance.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 Curious / Sé Curioso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9  ·  Lesson 9-6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3716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VISUAL PROMPT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2070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Treasure Distances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508760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Captain Vega has two treasure locations on her map: a buried chest at (-3, 2) and a hidden cave at (4, 2). Both are at the same height (y = 2) on the map. She needs to figure out how far apart they are so she knows how much rope to bring. Another pair of treasures is at (1, -3) and (1, 5) — same column, different rows. How far apart is each pair?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3154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Jot your first idea: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56616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94360" y="388620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94360" y="420624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709160" y="68580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👁  I Notice…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10515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do the two points (-3, 2) and (4, 2) have in common?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How can you count the distance between points in the same row?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How does absolute value help when one point has a negative coordinate?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74320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2743200"/>
            <a:ext cx="4114800" cy="274320"/>
          </a:xfrm>
          <a:prstGeom prst="rect">
            <a:avLst/>
          </a:prstGeom>
          <a:solidFill>
            <a:srgbClr val="F2C1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💭  I Wonder…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10896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if the two points are NOT in the same row or column?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Is the distance between -3 and 4 the same as the distance between 4 and -3?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Vocabulary / Vocabulario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9  ·  Lesson 9-6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68580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Term / Término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Meaning / Significado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Example / Ejemplo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Distance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Distancia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How far apart two points are. It is never negative.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Qué tan separados están dos puntos. Nunca es negativo.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The distance from -3 to 4 on a number line is |-3| + |4| = 3 + 4 = 7 units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Absolute value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Valor absoluto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How far a number is from zero.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Qué tan lejos está un número de cero.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|-3| = 3 and |4| = 4; to find distance: |4 - (-3)| = 7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Horizontal distance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Distancia horizontal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How far apart two points are going left or right.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Qué tan separados están dos puntos yendo a la izquierda o a la derecha.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From (-2, 3) to (5, 3): count from -2 to 5 = 7 units across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Vertical distance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Distancia vertical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How far apart two points are going up or down.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Qué tan separados están dos puntos yendo hacia arriba o hacia abajo.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From (4, -1) to (4, 6): count from -1 to 6 = 7 units up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Coordinate plane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Plano cartesiano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grid with a line going across and a line going up that cross.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Una cuadrícula con una línea horizontal y una vertical que se cruzan.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Two number lines crossing at (0, 0), creating four quadrants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Guided Practice / Práctica Guiada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9  ·  Lesson 9-6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73736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👩‍🏫 WE DO TOGETHER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188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do you find distance on the coordinate plane?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1609344"/>
            <a:ext cx="274320" cy="274320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1609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1554480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Now let's find the distance from (1, -3) to (1, 5). What do these points share? The same x = 1, so it is a vertical line.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2084832"/>
            <a:ext cx="274320" cy="274320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084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2029968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These points are on opposite sides of zero, so do we add or subtract? We add the absolute values.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2560320"/>
            <a:ext cx="274320" cy="274320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2505456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|-3| = 3 and |5| = 5, so 3 + 5 = ? The distance is 8 units.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38862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Your turn — show your work: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4297680"/>
            <a:ext cx="51206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10972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Two points sit on the same horizontal line: (2, 3) and (7, 3). How can you find the distance between them without counting every square?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7432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0936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65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🔑 Key Idea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0" y="31089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If points are on the same side of zero, subtract; if they are on opposite sides of zero, add the absolute values.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Sort It Out / Clasifícalo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9  ·  Lesson 9-6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Plot each pair of treasure locations and find the distance between them.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123444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Bank — cut or sort these cards: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436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1481328"/>
            <a:ext cx="144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6220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53640" y="1481328"/>
            <a:ext cx="144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3004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21480" y="1481328"/>
            <a:ext cx="144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1975104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" y="1975104"/>
            <a:ext cx="144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" y="25603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C0654A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2560320"/>
            <a:ext cx="2514600" cy="292608"/>
          </a:xfrm>
          <a:prstGeom prst="rect">
            <a:avLst/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Group 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46120" y="25603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C0654A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46120" y="2560320"/>
            <a:ext cx="2514600" cy="292608"/>
          </a:xfrm>
          <a:prstGeom prst="rect">
            <a:avLst/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Group B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10972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point is at (-3, 1) and another is at (4, 1). How does absolute value help you find the distance across zero?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274320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217920" y="307238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217920" y="340156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217920" y="3730752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6217920" y="405993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Error Analysis / Análisis de Errores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9  ·  Lesson 9-6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554480" cy="274320"/>
          </a:xfrm>
          <a:prstGeom prst="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⚠ FIND THE ERROR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8412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Find the Distance Error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188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classmate turned in the work below. One step has a mistake — find it, name it, fix it.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1627632"/>
            <a:ext cx="5166360" cy="1517904"/>
          </a:xfrm>
          <a:prstGeom prst="roundRect">
            <a:avLst>
              <a:gd name="adj" fmla="val 3012"/>
            </a:avLst>
          </a:prstGeom>
          <a:solidFill>
            <a:srgbClr val="F4F1E8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3232" y="169164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Student's work (contains an error):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" y="193852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Problem: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the distance between (-3, 4) and (5, 4)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7240" y="2322576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Student thinking: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Subtract: 5 - 3 = 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7240" y="2706624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Student answer: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distance is 2 units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3282696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Which step has the error? Circle it above.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FCE6DE"/>
          </a:solidFill>
          <a:ln w="12700">
            <a:solidFill>
              <a:srgbClr val="E2A39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🛠 Explain &amp; Fix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1097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mistake was </a:t>
            </a:r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because </a:t>
            </a:r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178308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217920" y="207568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236829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621792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Fix it — rewrite the step correctly: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324612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217920" y="353872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217920" y="383133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217920" y="412394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Two-Column Notes / Notas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9  ·  Lesson 9-6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685800"/>
            <a:ext cx="4160520" cy="292608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Steps / Pasos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1243584"/>
            <a:ext cx="274320" cy="274320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1243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8408" y="1188720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will find the distance from (-3, 2) to (4, 2). Both have y = 2, so they sit on the same horizontal line.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1719072"/>
            <a:ext cx="274320" cy="274320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8408" y="1664208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points are on opposite sides of zero, so I add the absolute values.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2194560"/>
            <a:ext cx="274320" cy="274320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8408" y="2139696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|-3| = 3 and |4| = 4.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2670048"/>
            <a:ext cx="274320" cy="274320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2670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8408" y="2615184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add: 3 + 4 = 7. The distance between them is 7 units.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685800"/>
            <a:ext cx="4114800" cy="292608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Example / Mi Ejemplo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one problem here, matching each step on the left: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92040" y="178308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892040" y="211226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892040" y="2441448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892040" y="2770632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892040" y="3099816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892040" y="342900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892040" y="375818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4892040" y="4087368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Choice Board / Tablero de Opciones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9  ·  Lesson 9-6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ONE to show what you know: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10515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DFF2E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1161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23444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Draw &amp; Label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Sketch a model for today's problem. Label it using Distance and Absolute value.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0515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161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3212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Explain 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2–3 sentences, explain "If points are on the same side of zero, subtract; if they are on opposite sides of zero, add the absolute values." in your own words.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8346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CE6D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🧮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23444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Solve 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one practice problem and show every step clearly.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8346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EAF2F1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53212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Create a Problem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Write your own problem that uses Distance, then solve it and make an answer key.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Independent Practice / Práctica Independiente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9  ·  Lesson 9-6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46304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✍️ ON YOUR OWN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2344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654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Two points are at (-3, -7) and (-3, 5). What is the distance between them?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178308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94360" y="219456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654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is the distance between (-4, 3) and (2, 3)?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274320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315468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654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is the distance between (5, -2) and (5, 4)?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370332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10972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Why does distance on the coordinate plane always come out positive, even when the coordinates are negative?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283464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217920" y="316382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217920" y="349300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217920" y="3822192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415137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Think–Write–Respond / Piensa y Escribe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9  ·  Lesson 9-6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 evidence from today's lesson to complete each frame.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96012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1051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1 — </a:t>
            </a:r>
            <a:pPr indent="0" marL="0">
              <a:buNone/>
            </a:pPr>
            <a:r>
              <a:rPr lang="en-US" sz="1100" b="1" dirty="0">
                <a:solidFill>
                  <a:srgbClr val="C065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Explain the Rule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3441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Today's key idea is "If points are on the same side of zero, subtract; if they are on opposite sides of zero, add the absolute values." — and it works because ___.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189280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11480" y="224028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2331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2 — </a:t>
            </a:r>
            <a:pPr indent="0" marL="0">
              <a:buNone/>
            </a:pPr>
            <a:r>
              <a:rPr lang="en-US" sz="1100" b="1" dirty="0">
                <a:solidFill>
                  <a:srgbClr val="C065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Because / But / So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6243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Because Distance means ___, but a tricky part is ___, so I have to ___.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317296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11480" y="352044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3611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3 — </a:t>
            </a:r>
            <a:pPr indent="0" marL="0">
              <a:buNone/>
            </a:pPr>
            <a:r>
              <a:rPr lang="en-US" sz="1100" b="1" dirty="0">
                <a:solidFill>
                  <a:srgbClr val="C065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Catch the Mistake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3904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common mistake with Distance is ___. It happens because ___, and the fix is ___.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445312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Exit Ticket / Boleto de Salida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9  ·  Lesson 9-6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685800"/>
            <a:ext cx="41605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Reflection / Reflexión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10972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 I learned that ___ because ___.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178308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94360" y="2093976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94360" y="2404872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28346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thing I am still not sure about is ___.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352044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94360" y="3831336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94360" y="4142232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Quick Exit Ticket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1097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654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Tier 1 —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is the distance between the points (3, -2) and (3, 5)?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A.  3 units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20939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B.  5 units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24048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C.  7 units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2715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D.  9 units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16382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654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Tier 2 —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Explain how you know your answer is correct. Use at least one vocabulary word.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92040" y="380390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892040" y="4096512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892040" y="438912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Goal Tracker / Seguimiento de Metas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9  ·  Lesson 9-6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58368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732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5836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15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Goal: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find the distance between two points on the coordinate plane using absolute value.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CE6D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38428" y="1508760"/>
            <a:ext cx="512064" cy="512064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1" name="Text 19"/>
          <p:cNvSpPr/>
          <p:nvPr/>
        </p:nvSpPr>
        <p:spPr>
          <a:xfrm>
            <a:off x="113842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 Yet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120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need more help. This does not make sense to me yet.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87268" y="1508760"/>
            <a:ext cx="512064" cy="512064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7" name="Text 25"/>
          <p:cNvSpPr/>
          <p:nvPr/>
        </p:nvSpPr>
        <p:spPr>
          <a:xfrm>
            <a:off x="328726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60604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Getting There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67004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understand the idea but I make mistakes when I work.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0604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0916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DFF2E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36108" y="1508760"/>
            <a:ext cx="512064" cy="512064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33" name="Text 31"/>
          <p:cNvSpPr/>
          <p:nvPr/>
        </p:nvSpPr>
        <p:spPr>
          <a:xfrm>
            <a:off x="543610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75488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Got It!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1888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solve problems on my own and explain my thinking.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5800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EAF2F1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584948" y="1508760"/>
            <a:ext cx="512064" cy="512064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39" name="Text 37"/>
          <p:cNvSpPr/>
          <p:nvPr/>
        </p:nvSpPr>
        <p:spPr>
          <a:xfrm>
            <a:off x="758494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90372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Can Teach It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96772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clearly teach this strategy to a classmate.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0372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11480" y="39776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0080" y="397764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654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next step:  </a:t>
            </a:r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 move up one level, I will ___.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Neft Teacher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9-6: Distance on the Coordinate Plane</dc:title>
  <dc:subject>6.NS.8</dc:subject>
  <dc:creator>Neft Teacher</dc:creator>
  <cp:lastModifiedBy>Neft Teacher</cp:lastModifiedBy>
  <cp:revision>1</cp:revision>
  <dcterms:created xsi:type="dcterms:W3CDTF">2026-06-08T12:10:58Z</dcterms:created>
  <dcterms:modified xsi:type="dcterms:W3CDTF">2026-06-08T12:10:58Z</dcterms:modified>
</cp:coreProperties>
</file>