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-3/4 means negative three-fourths, which is 3/4 of the way from 0 toward -1. It should be plotted between 0 and -1, not at -7. The student treated the numerator and denominator as separate whole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Rational Numbers on the Number Line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place rational numbers, including fractions and decimals, on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rational number, fraction, decimal, and number line.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Precise Treasure Coordinates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Vega's advanced treasure map uses precise coordinates — not just whole numbers! One clue says the treasure is at -2.5 on the map (halfway between -2 and -3). Another clue points to 3/4 of the way from 0 to 1. A third clue leads to -1 1/2. To find each treasure, you must plot these exact rational numbers on the number line.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Where would -2.5 fall on a number line between -3 and -2?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plotting 3/4 different from plotting a whole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negative number be a fraction or decimal?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rational numbers exist between any two integers?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Are there numbers that are NOT rational?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Rational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racional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Any number you can write as a fraction. This includes fractions, decimals, and integers.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Cualquier número que puedes escribir como fracción. Incluye fracciones, decimales y enteros.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= 0.5, -3/4 = -0.75, 6 = 6/1 — all rational numbers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shows part of a whole, like 3/4.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muestra una parte de un todo, como 3/4.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3/4 means 3 out of 4 equal parts — like 3 slices of a pizza cut into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with a dot, like 0.5, that shows a part less than one.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con un punto, como 0.5, que muestra una parte menor que uno.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0.5 = 1/2 (halfway between 0 and 1 on the number line)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Number line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 numérica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straight line with numbers spaced out evenly.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línea recta con números separados de forma pareja.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line with marks at -2, -1.5, -1, -0.5, 0, 0.5, 1, 1.5, 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value, just written a different 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valor, escrito de otra forma.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= 0.5 = 2/4 — all name the same point on the number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Rational number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written as a fraction.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−2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can be written as −2/1.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place rational numbers on a number line?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plot 0.75. Which two whole numbers is it between? It is between 0 and 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0.75 mean? It is 3/4 of the way from 0 to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we split 0 to 1 into 4 equal parts and place the dot at the 3rd mark.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a fraction like 1/2, a decimal like 0.75, and an integer like -3 all be rational numbers?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plot a rational number, find the two whole numbers it falls between, then split the space into equal parts.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rational number at its precise location on the number line.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would you place -1 1/2 on the number line, and how do you decide between which two integers it falls?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Plotting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 -3/4 on the number line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-3/4 has a 3 and a 4, so I go to -3 on the number line and then count 4 more to the left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plotted at -7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plot -2.5 on the number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the whole numbers it falls between: -2.5 is between -2 and -3.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.5 means halfway, so I split the space between -2 and -3 in half.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place my dot exactly halfway between -2 and -3. That is -2.5.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Rational number and Fraction.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plot a rational number, find the two whole numbers it falls between, then split the space into equal parts."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Rational number,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rational number is closest to 0 on the number line?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point is located between -1 and -2 on the number line?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fraction is equivalent to 0.25?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rewriting a fraction as a decimal (or a decimal as a fraction) help you compare two rational numbers?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plot a rational number, find the two whole numbers it falls between, then split the space into equal parts."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Rational number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Rational number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rational number is located between -2 and -3 on the number line?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-1.5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-2.75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-3.5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2.5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place rational numbers, including fractions and decimals, on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9-4: Rational Numbers on the Number Line</dc:title>
  <dc:subject>6.NS.6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