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3x + 2x = 5x (NOT 5x²). When you combine like terms, you add the coefficients, not multiply them. The correct answer is 5x + 6.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Equivalent Expressions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show that two expressions are equivalent by simplifying and combining like terms.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equivalent, simplify, like terms, and combine.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Remix Studio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music studio, two producers wrote formulas for the cost of renting equipment. Producer A wrote 3x + 2x + 10, and Producer B wrote 5x + 10. They look different, but are they really? Let's check: if x = 4, Producer A gets 3(4) + 2(4) + 10 = 30, and Producer B gets 5(4) + 10 = 30. Same result — they're equivalent expressions!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did both formulas give the same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did Producer B do differently from Producer 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Would they still match if x = 10?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two expressions look completely different but always give the same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always a 'simplest' way to write an expression?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Expressions that always have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Expresiones que siempre tienen el mismo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2x + 4 and 2(x + 2): when x = 3, both = 10; when x = 7, both = 18 — always the same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write an expression in a shorter, simpler 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una expresión de forma más corta y simple.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3x + 2x + 5 simplifies to 5x + 5 — fewer terms, same value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Like Terms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semejantes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Terms with the same letter, like 2x and 5x.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con la misma letra, como 2x y 5x.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3x and 7x are like terms (both x); 3x and 3y are NOT (x vs y); 3x and 3x² are NOT (x vs x²)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Combine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Combinar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add or subtract terms with the same letter.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o restar términos con la misma letra.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4n + 3n = 7n — add the coefficients (4 + 3 = 7) and keep the variable (n)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5x + 3, the coefficient of x is 5 — when x = 2, the 5x part equals 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Like Terms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4x and 9x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have the same variable x to the first power.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4x and 9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has a variable and one does not, so they are not like terms.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When are two expressions equivalent?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check 2x + 3x and 5x. Try x = 2.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2(2) + 3(2) = 4 + 6 = 10, and 5(2) = 10. Same answer.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2x + 3x and 5x are equivalent.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Producer A wrote 3x + 2x + 10 and Producer B wrote 5x + 10. They look different but both give 30 when x = 4. Why are they equivalent?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Equivalent expressions give the same answer for every value of the variable.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expression into the group with its equivalent expression.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3x + 2x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2(n + 4)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2n + 8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4a + 3 + 2a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6a + 3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C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you prove 2(n + 4) and 2n + 8 are equivalent? What two strategies could you use?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Simplification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3x + 5 + 2x + 1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Combine: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3x + 2x + 5 + 1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5x² + 6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Producer A wrote 3x + 2x + 10 and Producer B wrote 5x + 10. Are they equivalent?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test x = 4. For A: 3(4) + 2(4) + 10 = 12 + 8 + 10 = 30.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B: 5(4) + 10 = 20 + 10 = 30.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give 30, and 3x + 2x is just 5x, so they are equivalent.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Equivalent and Simplify.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"Equivalent expressions give the same answer for every value of the variable."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Equivalent,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is equivalent to 4x + 3x?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is equivalent to 2(m + 5)?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shown: 3(x + 7) = 3x + 21?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Client A pays 4h + 2h + 30 and Client B pays 6h + 30. Is the pricing fair (equivalent)? How can you prove 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"Equivalent expressions give the same answer for every value of the variable."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Equivalent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Equivalent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is equivalent to 6n + 4 + 3n − 1?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9n + 3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9n + 5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63n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18n + 4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show that two expressions are equivalent by simplifying and combining like terms.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6-6: Equivalent Expressions</dc:title>
  <dc:subject>6.EE.4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