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Kai counted 1 + 2 = 2 decimal places, but then wrote the wrong total. The correct total is 1 + 2 = 3 decimal places. Move the decimal 3 places in 7560 to get 7.560 = 7.56.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Multiply Decimals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multiply decimals and place the decimal point correctly in the product.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product, decimal point, estimate, and decimal places.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Material Costs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needs 4.5 meters of heat shielding that costs $12.60 per meter. Commander Diaz needs to calculate the total cost before submitting the supply order. What is the total cost of the shielding?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multiplied?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total decimal places do the two factors have?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estimating help you check if your answer is reasonable?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Where does the decimal point go in the product?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Product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Producto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multiply.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multiplicas.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× 7 = 28, so the product is 28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 point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Punto 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dot that splits the whole number from the part after it.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punto que separa el número entero de la parte que sigue.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3.25, the decimal point separates 3 (ones) from 25 (tenths and hundredths)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Estimate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Estimar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close answer you get by rounding first.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respuesta cercana que obtienes al redondear primero.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3.7 × 4.2: round to 4 × 4 = 16, so the exact answer should be near 16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Place value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posicional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a digit is worth based on where it sits in a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vale un dígito según el lugar que ocupa en el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0.36: the 3 is in the tenths place (0.3) and the 6 is in the hundredths place (0.06)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 places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Cifras decimales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many digits come after the decimal point.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Cuántos dígitos hay después del punto decimal.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3.4 (1 place) × 2.6 (1 place) = 8.84 (2 places total)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Decimal places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0.4 × 0.2 = 0.08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factors have one decimal place, so the product has two.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0.4 × 0.2 = 0.8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ignores the total of two decimal places needed.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multiply decimals?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multiply 0.4 × 0.7. First multiply like whole numbers: what is 4 × 7? (28.)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count decimal places: 0.4 has 1 and 0.7 has 1, so that is 2 places total.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Put the point 2 places from the right in 28: 0.28. So 0.4 × 0.7 = 0.28.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needs 4.5 meters of heat shielding at $12.60 per meter. About how much will it cost, and how did you estimate before multiplying?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like whole numbers, then the product has the SAME total of decimal places as both factors combined.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Estimate each product by rounding, then sort: which products are GREATER than 20 and which are LESS than 20?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4.5 × 12.6 = 56.70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6.8 × 3.5 = 23.80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5.2 × 4.1 = 21.32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8.3 × 2.5 = 20.75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3.4 × 5.2 = 17.68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2.5 × 7.1 = 17.75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Product Greater Than 20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Product Less Than 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multiplied 4.5 × 12.60, how did you decide where to put the decimal point in the product?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Kai's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 × 3.15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as whole numbers: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× 315 = 7,560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Count decimal places: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 has 1 decimal place, 3.15 has 2 decimal places → 2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Place decimal: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75.60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4.5 × 12.60, the cost of 4.5 meters at $12.60 each.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 without points, like whole numbers: 45 × 1260 = 56,700.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count decimal places: 4.5 has 1, and 12.60 has 2, so 1 + 2 = 3 decimal places.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the point 3 places from the right in 56,700: that gives 56.700, or $56.70.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check with an estimate: 5 × $13 = $65, and $56.70 is close, so my answer is reasonable.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Product and Decimal point.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"Multiply like whole numbers, then the product has the SAME total of decimal places as both factors combined."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Product,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 travels 55.5 miles per hour for 2.4 hours. How far does it go?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3.4 × 2.6?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0.7 × 1.5?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family buys 3.5 pounds of deli meat at $6.80 per pound. How do you multiply the decimals to find the total cost, and how can estimating check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"Multiply like whole numbers, then the product has the SAME total of decimal places as both factors combined."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Product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Product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4.6 × 2.3?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10.58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105.8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1.058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10.48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multiply decimals and place the decimal point correctly in the product.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1-6: Multiply Decimals</dc:title>
  <dc:subject>6.NS.3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