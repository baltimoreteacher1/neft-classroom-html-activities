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Kai counted 1 + 2 = 2 decimal places, but then wrote the wrong total. The correct total is 1 + 2 = 3 decimal places. Move the decimal 3 places in 7560 to get 7.560 = 7.56.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Shape 1"/>
          <p:cNvSpPr/>
          <p:nvPr/>
        </p:nvSpPr>
        <p:spPr>
          <a:xfrm>
            <a:off x="2651760" y="-640080"/>
            <a:ext cx="2011680" cy="2011680"/>
          </a:xfrm>
          <a:prstGeom prst="ellipse">
            <a:avLst/>
          </a:prstGeom>
          <a:solidFill>
            <a:srgbClr val="1FA6A2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🚀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Multiply Decimals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4160520"/>
            <a:ext cx="1188720" cy="310896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6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1  ·  Lesson 1-6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4114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Math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10241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Name: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207008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801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36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Period: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719072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0116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1031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Yo puedo…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39572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multiply decimals and place the decimal point correctly in the product.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3383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WILL EXPLAIN…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Objetivo de lenguaje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675888"/>
            <a:ext cx="4434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my work using the words product, decimal point, estimate, and decimal places.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 Curious / Sé Curioso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1  ·  Lesson 1-6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3716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 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Space Station Material Costs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50876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station needs 4.5 meters of heat shielding that costs $12.60 per meter. Commander Diaz needs to calculate the total cost before submitting the supply order. What is the total cost of the shielding?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first idea: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6616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388620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" y="42062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09160" y="6858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👁  I Notice…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051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two quantities are being multiplied?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many total decimal places do the two factors have?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💭  I Wonder…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can estimating help you check if your answer is reasonable?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Where does the decimal point go in the product?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Vocabulary / Vocabulario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1  ·  Lesson 1-6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858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Term / Término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Meaning / Significado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Example / Ejemplo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Product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Producto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The answer when you multiply.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La respuesta cuando multiplicas.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 × 7 = 28, so the product is 28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Decimal point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Punto decimal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The dot that splits the whole number from the part after it.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El punto que separa el número entero de la parte que sigue.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 3.25, the decimal point separates 3 (ones) from 25 (tenths and hundredths)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Estimate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Estimar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close answer you get by rounding first.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respuesta cercana que obtienes al redondear primero.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3.7 × 4.2: round to 4 × 4 = 16, so the exact answer should be near 16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Place value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Valor posicional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What a digit is worth based on where it sits in a number.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Lo que vale un dígito según el lugar que ocupa en el número.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 0.36: the 3 is in the tenths place (0.3) and the 6 is in the hundredths place (0.06)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Decimal places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Cifras decimales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How many digits come after the decimal point.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Cuántos dígitos hay después del punto decimal.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3.4 (1 place) × 2.6 (1 place) = 8.84 (2 places total)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11480" y="35204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Decimal places — example vs. non-example: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7F6F4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120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✓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0.4 × 0.2 = 0.08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Both factors have one decimal place, so the product has two.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7316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✗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0.4 × 0.2 = 0.8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That ignores the total of two decimal places needed.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Guided Practice / Práctica Guiada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1  ·  Lesson 1-6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73736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👩‍🏫 WE DO TOGETHER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do you multiply decimals?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155448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Let's multiply 0.4 × 0.7. First multiply like whole numbers: what is 4 × 7? (28.)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202996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Now count decimal places: 0.4 has 1 and 0.7 has 1, so that is 2 places total.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50545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Put the point 2 places from the right in 28: 0.28. So 0.4 × 0.7 = 0.28.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turn — show your work: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51206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097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station needs 4.5 meters of heat shielding at $12.60 per meter. About how much will it cost, and how did you estimate before multiplying?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43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🔑 Key Idea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Multiply like whole numbers, then the product has the SAME total of decimal places as both factors combined.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 It Out / Clasifícalo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1  ·  Lesson 1-6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Estimate each product by rounding, then sort: which products are GREATER than 20 and which are LESS than 20?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Bank — cut or sort these cards: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4.5 × 12.6 = 56.70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6220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6.8 × 3.5 = 23.80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3004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5.2 × 4.1 = 21.32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8.3 × 2.5 = 20.75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6220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3.4 × 5.2 = 17.68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3004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2.5 × 7.1 = 17.75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2560320"/>
            <a:ext cx="25146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 Greater Than 20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46120" y="2560320"/>
            <a:ext cx="25146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 Less Than 20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1097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When you multiplied 4.5 × 12.60, how did you decide where to put the decimal point in the product?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274320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217920" y="307238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340156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73075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40599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 Analysis / Análisis de Errores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1  ·  Lesson 1-6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55448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 FIND THE ERROR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841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 Kai's Mistake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classmate turned in the work below. One step has a mistake — find it, name it, fix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1627632"/>
            <a:ext cx="5166360" cy="1901952"/>
          </a:xfrm>
          <a:prstGeom prst="roundRect">
            <a:avLst>
              <a:gd name="adj" fmla="val 2404"/>
            </a:avLst>
          </a:prstGeom>
          <a:solidFill>
            <a:srgbClr val="F4F1E8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" y="16916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Student's work (contains an error):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19385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Problem: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 × 3.15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23225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Multiply as whole numbers: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× 315 = 7,560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27066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Count decimal places: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 has 1 decimal place, 3.15 has 2 decimal places → 2 total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" y="309067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Place decimal: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75.60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366674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step has the error? Circle it above.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FCE6DE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🛠 Explain &amp; Fix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mistake was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because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78308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207568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17920" y="236829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 it — rewrite the step correctly: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324612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53872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38313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217920" y="412394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Two-Column Notes / Notas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1  ·  Lesson 1-6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926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Steps / Pasos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118872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want 4.5 × 12.60, the cost of 4.5 meters at $12.60 each.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1664208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First I multiply without points, like whole numbers: 45 × 1260 = 56,700.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213969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Now I count decimal places: 4.5 has 1, and 12.60 has 2, so 1 + 2 = 3 decimal places.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26151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put the point 3 places from the right in 56,700: that gives 56.700, or $56.70.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" y="3145536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8408" y="3090672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check with an estimate: 5 × $13 = $65, and $56.70 is close, so my answer is reasonable.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685800"/>
            <a:ext cx="41148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Example / Mi Ejemplo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problem here, matching each step on the left: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178308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92040" y="211226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92040" y="244144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92040" y="277063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892040" y="3099816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892040" y="342900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892040" y="375818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892040" y="408736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 Board / Tablero de Opciones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1  ·  Lesson 1-6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ONE to show what you know: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Draw &amp; Label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Sketch a model for today's problem. Label it using Product and Decimal point.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2–3 sentences, explain "Multiply like whole numbers, then the product has the SAME total of decimal places as both factors combined." in your own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344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Solve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practice problem and show every step clearly.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 a Problem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your own problem that uses Product, then solve it and make an answer key.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Independent Practice / Práctica Independiente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1  ·  Lesson 1-6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46304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✍️ ON YOUR 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car travels 55.5 miles per hour for 2.4 hours. How far does it go?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178308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is 3.4 × 2.6?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is 0.7 × 1.5?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70332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097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family buys 3.5 pounds of deli meat at $6.80 per pound. How do you multiply the decimals to find the total cost, and how can estimating check it?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316382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217920" y="349300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382219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415137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Think–Write–Respond / Piensa y Escribe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1  ·  Lesson 1-6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evidence from today's lesson to complete each frame.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9601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1 — </a:t>
            </a:r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the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344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key idea is "Multiply like whole numbers, then the product has the SAME total of decimal places as both factors combined." — and it works because ___.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189280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22402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2 — </a:t>
            </a:r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Because / But / 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6243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Because Product means ___, but a tricky part is ___, so I have to ___.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17296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3 — </a:t>
            </a:r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Catch the Mistake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common mistake with Product is ___. It happens because ___, and the fix is ___.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45312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Exit Ticket / Boleto de Salida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1  ·  Lesson 1-6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Reflection / Reflexión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 I learned that ___ because ___.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78308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" y="209397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240487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thing I am still not sure about is ___.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5204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" y="383133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414223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 Exit Ticket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1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is 4.6 × 2.3?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A.  10.58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B.  105.8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C.  1.058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D.  10.48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2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Explain how you know your answer is correct. Use at least one vocabulary word.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80390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409651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438912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 Tracker / Seguimiento de Metas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1  ·  Lesson 1-6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583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58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5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Goal: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multiply decimals and place the decimal point correctly in the product.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3842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1" name="Text 19"/>
          <p:cNvSpPr/>
          <p:nvPr/>
        </p:nvSpPr>
        <p:spPr>
          <a:xfrm>
            <a:off x="113842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Yet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need more help. This does not make sense to me yet.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8726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7" name="Text 25"/>
          <p:cNvSpPr/>
          <p:nvPr/>
        </p:nvSpPr>
        <p:spPr>
          <a:xfrm>
            <a:off x="328726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There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7004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understand the idea but I make mistakes when I work.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610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33" name="Text 31"/>
          <p:cNvSpPr/>
          <p:nvPr/>
        </p:nvSpPr>
        <p:spPr>
          <a:xfrm>
            <a:off x="543610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Got It!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1888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solve problems on my own and explain my thinking.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494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39" name="Text 37"/>
          <p:cNvSpPr/>
          <p:nvPr/>
        </p:nvSpPr>
        <p:spPr>
          <a:xfrm>
            <a:off x="758494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037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Teach 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772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clearly teach this strategy to a classmate.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3977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next step:  </a:t>
            </a:r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move up one level, I will ___.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Neft 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1-6: Multiply Decimals</dc:title>
  <dc:subject>6.NS.3</dc:subject>
  <dc:creator>Neft Teacher</dc:creator>
  <cp:lastModifiedBy>Neft Teacher</cp:lastModifiedBy>
  <cp:revision>1</cp:revision>
  <dcterms:created xsi:type="dcterms:W3CDTF">2026-06-08T12:33:41Z</dcterms:created>
  <dcterms:modified xsi:type="dcterms:W3CDTF">2026-06-08T12:33:41Z</dcterms:modified>
</cp:coreProperties>
</file>