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To find total area, multiply (not add): Total = 10.75 × 6 = 64.5 sq m. Six equal triangles means 6 times one triangle's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Regular Polygons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regular polygon by decomposing it into triangles.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regular polygon, decompose, triangle, and composite.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hexagonal skylight for the lobby of a new museum. The glass fabricator needs to know the total area so they can cut the correct amount of glass. Each side of the hexagon is 6 feet, and the height of each triangle formed from the center is 5.2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is the skylight?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sides does a hexagon have?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see smaller shapes inside the hexagon?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we break a hexagon into shapes whose area we already know?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this strategy work for other regular polygons?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Regular Polygon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Polígono regular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where all sides and all angles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donde todos los lados y ángulos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stop sign is a regular octagon — all 8 sides are the same length and all 8 angles are equal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Decompose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Descomponer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break a shape into smaller, simpler shapes.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Separar una figura en figuras más pequeñas y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Draw lines from the center of a hexagon to each corner → you get 6 equal triangles you can find the area of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Triangle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Triángulo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with three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de tres lados.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Each triangle inside a decomposed hexagon has a base = one side of the hexagon and height = distance from center to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Compuesto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 triangles, each with area 15 sq ft, combine to form a hexagon with total area = 6 × 15 = 90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house shape = rectangle (walls) + triangle (roof); find each area, then add them together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Regular Polygon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square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All sides and all angles are equal.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rectangle that is not a square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Its sides are not all equal.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regular polygon?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regular pentagon: each of its 5 triangles has base 4 cm and height 3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find one triangle: ½ × 4 × 3. What is 4 × 3? Yes, 12, and half of 12 is 6 sq cm.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pentagon has 5 sides, so how many triangles? Yes, 5.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5 × 6 = 30, so the total area is 30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hexagonal skylight has sides of 6 feet, and each triangle from the center has a height of 5.2 feet. Why is it helpful to break a hexagon into triangles to find its area?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polygon splits into the same number of triangles as it has sides, so total area = (one triangle's area) × (number of sides).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Drag each regular polygon to show how it can be decomposed into triangles. Match each polygon to the correct number of triangles it contains.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Polygon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Number of Triangles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matched each regular polygon to its number of center triangles. What pattern connects the number of SIDES to the number of TRIANGLES, and why?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Decompose the hexagon: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regular hexagon = 6 triangles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area of one triangle: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5 m, h = 4.3 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 one triangle: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5 × 4.3 = 10.75 sq m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total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10.75 + 6 = 16.75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hexagon has 6 equal sides. Each side is 6 feet, and each center triangle has a height of 5.2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find one triangle: A = ½ × base × height = ½ × 6 × 5.2.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multiply: 6 × 5.2 = 31.2, then ½ × 31.2 = 15.6 square feet.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hexagon has 6 sides, so it has 6 equal triangles.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multiply: 6 × 15.6 = 93.6. So the total area is 93.6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Regular Polygon and Decompose.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regular polygon splits into the same number of triangles as it has sides, so total area = (one triangle's area) × (number of sides)."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Regular Polygon,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hexagon is divided into 6 equal triangles from the center. Each triangle has a base of 6 ft and a height of 5.2 ft. What is the area of one triangle?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Using the triangle from the previous question, what is the total area of the hexagonal skylight?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hexagon is split into 6 triangles, each with base 4 cm and height 3.5 cm. What is the total area?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octagonal gazebo has 8 center triangles, each with base 5 ft and height 6 ft, and flooring costs $3 per sq ft. Walk through finding the total cost.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regular polygon splits into the same number of triangles as it has sides, so total area = (one triangle's area) × (number of sides)."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Regular Polygon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Regular Polygon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pentagon is decomposed into 5 triangles from its center. Each triangle has a base of 7 inches and a height of 4.8 inches. What is the total area of the pentagon?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84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16.8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168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84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regular polygon by decomposing it into triangles.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5-4: Area of Regular Polygons</dc:title>
  <dc:subject>6.G.1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