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x &gt; 6 uses a strict inequality (no 'equal to'), so the circle should be OPEN, not closed. Open circle at 6, shaded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1FA6A2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🔍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Graph Inequalities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6.EE.8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7  ·  Lesson 7-5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graph the solutions of an inequality on a number line.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graph using the words number line, open circle, closed circle, and solution set.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Case File: The Timeline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Detective Okafor is building a timeline. The suspect was seen at the scene no earlier than 2:00 PM, meaning the arrival time t satisfies t ≥ 2. She needs to plot this on a timeline to share with her team. How should she mark the number line?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does 'no earlier than 2:00 PM' mean about the time?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Should 2:00 PM itself be included?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Which direction on the number line would you shade?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would the graph look like if the suspect arrived before 2:00 PM?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would you show the difference between t &gt; 2 and t ≥ 2 on a number line?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Number line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Recta numérica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line with numbers in order. You use it to show answers.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línea con números en orden. La usas para mostrar respuestas.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horizontal line with marks at 0, 1, 2, 3, ... showing where values fall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Open circle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Círculo abierto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An empty circle showing a number is NOT included.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círculo vacío que muestra que un número NO está incluido.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x &gt; 5: open circle at 5 means 5 itself is NOT a solution, but 5.1, 6, 7, ... are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Closed circle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Círculo cerrado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filled-in circle showing a number IS included.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círculo relleno que muestra que un número SÍ está incluido.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x ≥ 5: closed circle at 5 means 5 IS a solution, and so are 6, 7, 8, ...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Solution set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Conjunto solución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All the numbers that make the inequality true.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Todos los números que hacen verdadera la desigualdad.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For x &gt; 3, the solution set includes 3.1, 4, 5, 10, 100 — any number greater than 3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Inequality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Desigualdad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math sentence comparing two amounts with &lt;, &gt;, ≤, or ≥.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oración matemática que compara dos cantidades con &lt;, &gt;, ≤ o ≥.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x ≥ 3 is an inequality; it is graphed as a closed circle on 3 with an arrow to the right.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Open circle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An open circle on x &gt; 3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 is not included when the symbol is &gt;.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An open circle on x ≥ 3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≥ includes 3, so it needs a closed circle.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I graph an inequality on a number line?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Graph x &lt; 5. What number is the boundary?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symbol &lt; does NOT include 5, so we use an open (empty) circle at 5.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way do we shade for 'less than'? To the left, toward smaller numbers.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Detective Okafor knows the suspect arrived 'no earlier than 2:00 PM,' so t ≥ 2. On the timeline, should the mark at 2 be an open or closed circle, and which way should she shade?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Closed circle for ≤ or ≥ (included), open circle for &lt; or &gt; (not included); shade right for greater, left for less.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Graph each inequality on the number line. Decide whether to use an open or closed circle, then shade in the correct direction.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When you graphed x &gt; 4 and x ≤ 7, why did you use an open circle on one and a closed circle on the other?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Graphing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Inequality: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&gt; 6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Circle type: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Closed circle at 6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Shade direction: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Shade right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Graph: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Closed circle at 6, shaded right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Graph t ≥ 2. The boundary number is 2.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symbol ≥ includes 2, so I draw a closed (filled) circle at 2.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'Greater than or equal to' means larger values work, so I shade to the right.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the graph shows 2, 3, 4, and every value above 2.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Number line and Open circle.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"Closed circle for ≤ or ≥ (included), open circle for &lt; or &gt; (not included); shade right for greater, left for less."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Number line,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number line shows a closed circle at 8 and is shaded to the left. Which inequality does this represent?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graph represents x &lt; 5?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graph represents x ≥ 3?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When would graphing an inequality show a real-life limit better than a single number?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"Closed circle for ≤ or ≥ (included), open circle for &lt; or &gt; (not included); shade right for greater, left for less."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Number line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Number line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would you graph the inequality x ≥ 9?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Closed circle at 9, shaded right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Open circle at 9, shaded right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Closed circle at 9, shaded left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Open circle at 9, shaded left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graph the solutions of an inequality on a number line.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7-5: Graph Inequalities</dc:title>
  <dc:subject>6.EE.8</dc:subject>
  <dc:creator>Neft Teacher</dc:creator>
  <cp:lastModifiedBy>Neft Teacher</cp:lastModifiedBy>
  <cp:revision>1</cp:revision>
  <dcterms:created xsi:type="dcterms:W3CDTF">2026-06-08T12:33:42Z</dcterms:created>
  <dcterms:modified xsi:type="dcterms:W3CDTF">2026-06-08T12:33:42Z</dcterms:modified>
</cp:coreProperties>
</file>