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To find cost per ticket, divide $8 ÷ 12 = $0.67 per ticket (rounded). The student divided tickets by cost instead of cost by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C0654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🕹️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Understand Rates and Unit Rates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3  ·  Lesson 3-2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describe a rate using its two different units and use a model to find a travel time, and I can find a unit rate to compare prices and decide the better buy.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a rate like "150 miles per hour" using distance and time units, and explain my choice using the words rate, unit rate, per, and better buy.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Learning Objectives / Objetivos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goals — what I will know and be able to say: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005840"/>
            <a:ext cx="8412480" cy="1600200"/>
          </a:xfrm>
          <a:prstGeom prst="roundRect">
            <a:avLst>
              <a:gd name="adj" fmla="val 4571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170432"/>
            <a:ext cx="192024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 OBJECTIVE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117043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 puedo…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57276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describe a rate using its two different units and use a model to find a travel time, and I can find a unit rate to compare prices and decide the better buy.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1480" y="2788920"/>
            <a:ext cx="8412480" cy="1600200"/>
          </a:xfrm>
          <a:prstGeom prst="roundRect">
            <a:avLst>
              <a:gd name="adj" fmla="val 4571"/>
            </a:avLst>
          </a:prstGeom>
          <a:solidFill>
            <a:srgbClr val="FBEFD0"/>
          </a:solidFill>
          <a:ln w="12700">
            <a:solidFill>
              <a:srgbClr val="F2C15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953512"/>
            <a:ext cx="192024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LANGUAGE OBJECTIVE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95351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 explain…  </a:t>
            </a:r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Puedo explicar…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35584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a rate like "150 miles per hour" using distance and time units, and explain my choice using the words rate, unit rate, per, and better buy.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Launch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LAUNCH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Booth A charges $3 for 5 games and Booth B charges $5 for 8 games. Just by looking, which booth seems like the better deal, and what makes it hard to be sure?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Explore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EXPLORE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did you find the cost per game (the unit rate) for each booth, and what did you divide?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divide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Connect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CONNECT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snack bar sells popcorn as 3 cups for $2.25 or 8 cups for $5.60. How do unit rates help you decide the better buy?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better buy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divide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666744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&amp; Talk · Practice / Comenta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68680"/>
            <a:ext cx="219456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PRACTICE DISCUSSION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Talk with your partner. Use full sentences and math words.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1627632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During practice on Rates and Unit Rates, what strategy did you use when a problem felt tricky?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partner talk here: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4407408"/>
            <a:ext cx="52120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685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685800"/>
            <a:ext cx="269748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✏️ Sentence starters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051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think ___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I agree/disagree because ___.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My evidence is ___.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423160"/>
            <a:ext cx="269748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📚 Word bank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20940" y="2788920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20940" y="3227832"/>
            <a:ext cx="11201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Arcade Builder Challenge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comparing ticket prices at different game booths in the arcade. Booth A charges $3 for 5 games, and Booth B charges $5 for 8 games. Which booth gives you a better deal? To find out, you need to figure out the cost per game — that's the unit rate!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two quantities are being compared at each booth?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Which booth seems like a better deal at first glance?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can you compare prices when the number of games is different?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it mean to find the cost for just one game?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Rates and Unit Rates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Tasas y tasas unitarias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rate compares different units; a unit rate compares a quantity to 1 unit.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tasa compara unidades diferentes; una tasa unitaria compara una cantidad con 1 unidad.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180 miles in 3 hours = 60 miles per 1 hour.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Tasa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ratio comparing two amounts with different units, like miles per hour.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razón que compara dos cantidades con unidades distintas, como millas por hora.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$12 for 4 games is a rate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Unit Rate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Tasa unitaria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rate for just 1 of something, like cost for 1 item.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tasa para solo 1 de algo, como el precio de 1 artículo.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$3 per 1 game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Per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Por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For each one. Example: 5 dollars per book.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Por cada uno. Ejemplo: 5 dólares por libro.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60 miles per hour means 60 miles for every 1 hour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Ratio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Razón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way to compare two amounts, like 3 to 2.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manera de comparar dos cantidades, como 3 a 2.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 to 3 or 5:3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Rates and Unit Rates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$0.75 per token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the amount for one unit.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$9.00 for 12 tokens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rate, but not yet per one.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a unit rate, and how does it help me find the better buy?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booth charges $4 for 8 games. What do we divide?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divide cost by games: $4 ÷ 8 = 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the unit price, the cost for just 1 game? ($0.50 per game.)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Booth A charges $3 for 5 games and Booth B charges $5 for 8 games. Just by looking, which booth seems like the better deal, and what makes it hard to be sure?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Rates &amp; Unit Rates. Formula: Unit Rate = (Total Quantity) ÷ (Number of Units). 1. Rate: A ratio comparing two quantities with different units (e.g. $12 for 3 lbs). 2. Unit Rate: A rate simplified to a denominator of 1 unit ($4 per 1 lb). 3. Divide numerator by denominator to compute the per-one amount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Calculate the unit rate (cost per game) for each arcade booth. Divide the total cost by the number of games.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did you find the cost per game (the unit rate) for each booth, and what did you divide?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Rate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 the unit rate: 12 tickets for $8: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tickets for $8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Set up the division: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÷ 8 = 1.5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the unit rate: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 rate is $1.50 per ticket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Booth A charges $3 for 5 games. I want the cost for just 1 game.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divide the cost by the games: $3 ÷ 5 = $0.60.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Booth A costs $0.60 per game. That is the unit rate.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this unit rate is money for one item, it has its own name: it is the unit price.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09067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I can compare this booth's unit price fairly with any other booth's.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Rates and Unit Rates and Rate.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"Rates &amp; Unit Rates. Formula: Unit Rate = (Total Quantity) ÷ (Number of Units). 1. Rate: A ratio comparing two quantities with different units (e.g. $12 for 3 lbs). 2. Unit Rate: A rate simplified to a denominator of 1 unit ($4 per 1 lb). 3. Divide numerator by denominator to compute the per-one amount"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Rates and Unit Rates,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Token packs: Pack A is 20 tokens for $5.00, Pack B is 35 tokens for $7.00, and Pack C is 50 tokens for $12.50. Which pack is the best deal per token?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Runner A completes 4 laps in 12 minutes. Runner B completes 5 laps in 14 minutes. Who runs more laps per minute?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booth charges $4.50 for 9 games. What is the unit rate?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snack bar sells popcorn as 3 cups for $2.25 or 8 cups for $5.60. How do unit rates help you decide the better buy?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"Rates &amp; Unit Rates. Formula: Unit Rate = (Total Quantity) ÷ (Number of Units). 1. Rate: A ratio comparing two quantities with different units (e.g. $12 for 3 lbs). 2. Unit Rate: A rate simplified to a denominator of 1 unit ($4 per 1 lb). 3. Divide numerator by denominator to compute the per-one amount"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Rates and Unit Rates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Rates and Unit Rates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store sells 6 pencils for $1.50 and 10 pencils for $2.80. Which is the better buy?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10 for $2.80 — $0.28 each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6 for $1.50 — $0.25 each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They cost the same per pencil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Not enough information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6.AT.2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3  ·  Lesson 3-2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describe a rate using its two different units and use a model to find a travel time, and I can find a unit rate to compare prices and decide the better buy.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3-2: Understand Rates and Unit Rates</dc:title>
  <dc:subject>6.AT.2</dc:subject>
  <dc:creator>Neft Teacher</dc:creator>
  <cp:lastModifiedBy>Neft Teacher</cp:lastModifiedBy>
  <cp:revision>1</cp:revision>
  <dcterms:created xsi:type="dcterms:W3CDTF">2026-10-18T11:13:09Z</dcterms:created>
  <dcterms:modified xsi:type="dcterms:W3CDTF">2026-10-18T11:13:09Z</dcterms:modified>
</cp:coreProperties>
</file>