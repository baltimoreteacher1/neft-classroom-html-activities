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2³ means 2 × 2 × 2, NOT 2 × 3. The exponent tells us to multiply the base by itself 3 times: 2 × 2 × 2 =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Powers and Exponents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evaluate numbers in exponent form using a base and a power.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exponent, base, power, and evaluate.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Sound Check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a sound engineer at a music studio. Each time you flip a switch, the volume doubles. The starting volume is 1 unit. After flipping the switch 3 times, the volume is 2³ = 2 × 2 × 2 = 8 units — that's 8 times louder! How loud does it get after more flips?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volume each time you flip a switch?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is 2³ equal to 8, not 6?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repeated multiplication different from repeated addition?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volume tripled each time instead of doubled?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flips would it take to reach over 1,000 volume units?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Exponent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Exponente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small number that tells how many times to multiply the number by itself.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pequeño que dice cuántas veces multiplicar el número por sí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2³, the small 3 means multiply 2 by itself 3 times: 2 × 2 × 2 = 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that gets multiplied by itself.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se multiplica por sí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5², the base is 5 — it is the number being multiplied: 5 × 5 = 25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Power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Potencia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written with a base and an exponent, like 2³.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escrito con una base y un exponente, como 2³.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10³ = 10 × 10 × 10 = 1,000 — read as '10 to the third power' or '10 cubed'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find the value of an expression.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Encontrar el valor de una expresión.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 3⁴: write 3 × 3 × 3 × 3, then multiply step by step: 9 × 9 = 81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3x, the 3 is the coefficient — if x = 4, then 3x = 3 × 4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Exponent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4 in 3⁴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shows 3 is multiplied 4 times.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in 3⁴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is the base, not the exponent.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does an exponent mean?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find 5². How many times do we multiply 5 by itself?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exponent is 2, so we write 5 × 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5 × 5? Yes, 25. So 5² = 25.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the sound studio, the volume doubles each time you flip the switch. Why is the volume after 3 flips 2³ = 8 and not 2 × 3 = 6?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power like 2³ is a short way to write repeated multiplication: 2 × 2 × 2.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Evaluate each exponential expression. Write the repeated multiplication and find the value.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Look at the table: when the exponent goes up by 1 (like from 2³ to 2⁴), what happens to the value, and why?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Exponent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2³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× 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to find the value of 2³.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small 3 tells me to multiply 2 by itself 3 times.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I write 2 × 2 ×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2 × 2 = 4. Then 4 × 2 = 8.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2³ = 8.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Exponent and Base.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power like 2³ is a short way to write repeated multiplication: 2 × 2 × 2."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Exponent,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4³?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6²?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shows 5³ as repeated multiplication?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recording layer doubles the file size, modeled by 4 × 2ⁿ. Why does the file size grow so fast as you add layers?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power like 2³ is a short way to write repeated multiplication: 2 × 2 × 2."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Exponent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Exponent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3⁴?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81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64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evaluate numbers in exponent form using a base and a power.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6-1: Powers and Exponents</dc:title>
  <dc:subject>6.EE.1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