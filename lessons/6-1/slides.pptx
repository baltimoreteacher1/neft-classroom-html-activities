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÷ 1/5 is not "1/5 of 4." Put a 1 under the 4 and flip the divisor: 4/1 × 5/1 =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Division Expressions with Fractions and Whole Numbers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whole number by a unit fraction and divide a fraction by a whole number by writing the whole number over 1 and using Keep, Change, Flip.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each step of Keep, Change, Flip using the words reciprocal, divisor, and quotient.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Learning Objectives / Objetivos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goals — what I will know and be able to say: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1005840"/>
            <a:ext cx="8412480" cy="1600200"/>
          </a:xfrm>
          <a:prstGeom prst="roundRect">
            <a:avLst>
              <a:gd name="adj" fmla="val 4571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170432"/>
            <a:ext cx="192024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CONTENT OBJECTIVE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1170432"/>
            <a:ext cx="6035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11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 puedo…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1572768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whole number by a unit fraction and divide a fraction by a whole number by writing the whole number over 1 and using Keep, Change, Flip.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11480" y="2788920"/>
            <a:ext cx="8412480" cy="1600200"/>
          </a:xfrm>
          <a:prstGeom prst="roundRect">
            <a:avLst>
              <a:gd name="adj" fmla="val 4571"/>
            </a:avLst>
          </a:prstGeom>
          <a:solidFill>
            <a:srgbClr val="FBEFD0"/>
          </a:solidFill>
          <a:ln w="12700">
            <a:solidFill>
              <a:srgbClr val="F2C15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953512"/>
            <a:ext cx="192024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LANGUAGE OBJECTIVE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51760" y="2953512"/>
            <a:ext cx="6035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 explain…  </a:t>
            </a:r>
            <a:pPr indent="0" marL="0">
              <a:buNone/>
            </a:pPr>
            <a:r>
              <a:rPr lang="en-US" sz="11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Puedo explicar…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3355848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each step of Keep, Change, Flip using the words reciprocal, divisor, and quotient.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Turn &amp; Talk · Launch / Comenta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5778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68680"/>
            <a:ext cx="219456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LAUNCH DISCUSSION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1280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Talk with your partner. Use full sentences and math words.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1627632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cuts a 3-foot strip of tape into 1/4-foot sections. Before calculating, will the number of sections be more or less than 3? Why?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703320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partner talk here: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4114800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4407408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68580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80760" y="685800"/>
            <a:ext cx="269748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✏️ Sentence starters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63640" y="1051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think ___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agree/disagree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My evidence is ___.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80760" y="2423160"/>
            <a:ext cx="269748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📚 Word bank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dividend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209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divisor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227832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fraction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Turn &amp; Talk · Explore / Comenta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5778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68680"/>
            <a:ext cx="219456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EXPLORE DISCUSSION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1280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Talk with your partner. Use full sentences and math words.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1627632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actually mean? Show your partner with the bar model.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703320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partner talk here: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4114800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4407408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68580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80760" y="685800"/>
            <a:ext cx="269748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✏️ Sentence starters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63640" y="1051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think ___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agree/disagree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My evidence is ___.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80760" y="2423160"/>
            <a:ext cx="269748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📚 Word bank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dividend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209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divisor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227832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quotient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520940" y="3227832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fraction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Turn &amp; Talk · Connect / Comenta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5778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68680"/>
            <a:ext cx="219456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CONNECT DISCUSSION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1280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Talk with your partner. Use full sentences and math words.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1627632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in cooking, sharing, or building might you divide a whole by a fraction?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703320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partner talk here: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4114800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4407408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68580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80760" y="685800"/>
            <a:ext cx="269748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✏️ Sentence starters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63640" y="1051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think ___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agree/disagree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My evidence is ___.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80760" y="2423160"/>
            <a:ext cx="269748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📚 Word bank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dividend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209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divisor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227832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quotient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Turn &amp; Talk · Practice / Comenta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5778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68680"/>
            <a:ext cx="219456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PRACTICE DISCUSSION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1280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Talk with your partner. Use full sentences and math words.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1627632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During practice on Interpret Division of Fractions, what strategy did you use when a problem felt tricky?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703320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partner talk here: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4114800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4407408"/>
            <a:ext cx="52120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68580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80760" y="685800"/>
            <a:ext cx="269748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✏️ Sentence starters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63640" y="1051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think ___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 agree/disagree because ___.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My evidence is ___.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80760" y="2423160"/>
            <a:ext cx="269748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📚 Word bank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Dividend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20940" y="2788920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Divisor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227832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Quotient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520940" y="3227832"/>
            <a:ext cx="11201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Reciprocal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finds a 3-foot strip of tape at the crime scene. The lab needs the tape cut into 1/4-foot sections for analysis. How many sections can be made? The answer cracks the code to the locked evidence vault.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length is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section?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greater than or less than 3?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divide by a fraction?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dividing by 1/4 give a bigger number?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Division of Fractions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División de fracciones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Finding how many groups of one fraction fit inside another amount.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Hallar cuántos grupos de una fracción caben dentro de otra cantidad.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÷ 1/2 asks how many halves fit in 3; the answer is 6.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1/4 is 4/1 = 4. A whole number like 3 is 3/1, so its reciprocal is 1/3.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quotient is 12 — there are 12 quarter-size pieces in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total number being divided into equal groups (the number inside the division bracket).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total que se divide en partes iguales (el número dentro de la casilla de división).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dividend is 3 — it is the total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of equal groups you are dividing into (the number outside the division bracket).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de partes iguales en las que divides (el número fuera de la casilla de división).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divisor is 1/4 — it is the size of each piece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Division of Fractions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9 ÷ 1/4 = 36 quarter-foot pieces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counts the groups that fit.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9 × 1/4 = 2.25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Multiplying takes a part instead of counting groups.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it mean to divide by a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2 ÷ 1/3. The bar model counted 6 thirds inside 2 wholes — now we get there with the steps.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1: put a 1 under the whole number. 2 becomes 2/1, so we have 2/1 ÷ 1/3.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2: Keep, Change, Flip. Keep 2/1, change ÷ to ×, flip 1/3 to 3/1. That gives 2/1 × 3/1.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3: multiply across. 2 × 3 = 6 on top and 1 × 1 = 1 on the bottom, so 2 ÷ 1/3 = 6 — exactly what we counted on the bars.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cuts a 3-foot strip of tape into 1/4-foot sections. Before calculating, will the number of sections be more or less than 3? Why?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Whole Numbers &amp; Fractions. 1. Put a 1 under the whole number: 3 ÷ 1/4 = 3/1 ÷ 1/4. 2. Keep, Change, Flip: 3/1 ÷ 1/4 = 3/1 × 4/1. 3. Multiply across: 3/1 × 4/1 = 12/1 =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bar model to see how many 1/3-size pieces fit into 2 wholes.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actually mean? Show your partner with the bar model.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Interpretation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 4 ÷ 1/5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÷ 1/5 means 1/5 of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4/5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cut a 3-foot strip of tape into 1/4-foot pieces, so I write 3 ÷ 1/4.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is a whole number, so I put a 1 under it. Now both numbers are fractions: 3/1 ÷ 1/4.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Keep, Change, Flip. I keep 3/1, I change ÷ to ×, and I flip 1/4 to 4/1. That gives 3/1 × 4/1.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across: 3 × 4 = 12 on top and 1 × 1 = 1 on the bottom, so 3 ÷ 1/4 = 3/1 × 4/1 = 12 pieces.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Division of Fractions and Reciprocal.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"Dividing Whole Numbers &amp; Fractions. 1. Put a 1 under the whole number: 3 ÷ 1/4 = 3/1 ÷ 1/4. 2. Keep, Change, Flip: 3/1 ÷ 1/4 = 3/1 × 4/1. 3. Multiply across: 3/1 × 4/1 = 12/1 = 12"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Division of Fractions,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shelf is 5 feet long. Books are each 1/4 foot wide. How many books fit on the shelf? Which expression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5/6-mile stretch of the evidence trail is split equally among 3 search teams. How much of a mile does each team walk?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mean?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in cooking, sharing, or building might you divide a whole by a fraction?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"Dividing Whole Numbers &amp; Fractions. 1. Put a 1 under the whole number: 3 ÷ 1/4 = 3/1 ÷ 1/4. 2. Keep, Change, Flip: 3/1 ÷ 1/4 = 3/1 × 4/1. 3. Multiply across: 3/1 × 4/1 = 12/1 = 12"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Division of Fractions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Division of Fractions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5 ÷ 1/4 mean, and what is the quotient?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How many 1/4-size pieces fit into 5; quotient is 20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1/4 of 5; quotient is 5/4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5 groups of 1/4; quotient is 5/4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5 minus 1/4; quotient is 4 3/4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6.NOS.1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whole number by a unit fraction and divide a fraction by a whole number by writing the whole number over 1 and using Keep, Change, Flip.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6-1: Division Expressions with Fractions and Whole Numbers</dc:title>
  <dc:subject>6.NOS.1</dc:subject>
  <dc:creator>Neft Teacher</dc:creator>
  <cp:lastModifiedBy>Neft Teacher</cp:lastModifiedBy>
  <cp:revision>1</cp:revision>
  <dcterms:created xsi:type="dcterms:W3CDTF">2026-08-31T15:23:13Z</dcterms:created>
  <dcterms:modified xsi:type="dcterms:W3CDTF">2026-08-31T15:23:13Z</dcterms:modified>
</cp:coreProperties>
</file>